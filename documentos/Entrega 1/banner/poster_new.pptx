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"/>
  </p:notesMasterIdLst>
  <p:sldIdLst>
    <p:sldId id="256" r:id="rId2"/>
  </p:sldIdLst>
  <p:sldSz cx="28800425" cy="43200638"/>
  <p:notesSz cx="6858000" cy="9144000"/>
  <p:embeddedFontLst>
    <p:embeddedFont>
      <p:font typeface="Calibri" panose="020F0502020204030204" pitchFamily="34" charset="0"/>
      <p:regular r:id="rId4"/>
      <p:bold r:id="rId5"/>
      <p:italic r:id="rId6"/>
      <p:boldItalic r:id="rId7"/>
    </p:embeddedFont>
    <p:embeddedFont>
      <p:font typeface="Open Sans 1" panose="020B0604020202020204" charset="0"/>
      <p:regular r:id="rId8"/>
    </p:embeddedFont>
    <p:embeddedFont>
      <p:font typeface="Open Sans 1 Bold" panose="020B0604020202020204" charset="0"/>
      <p:regular r:id="rId9"/>
    </p:embeddedFont>
    <p:embeddedFont>
      <p:font typeface="Open Sans 2" panose="020B0604020202020204" charset="0"/>
      <p:regular r:id="rId10"/>
    </p:embeddedFont>
  </p:embeddedFontLst>
  <p:defaultTextStyle>
    <a:defPPr>
      <a:defRPr lang="en-US"/>
    </a:defPPr>
    <a:lvl1pPr marL="0" algn="l" defTabSz="1804386" rtl="0" eaLnBrk="1" latinLnBrk="0" hangingPunct="1">
      <a:defRPr sz="3552" kern="1200">
        <a:solidFill>
          <a:schemeClr val="tx1"/>
        </a:solidFill>
        <a:latin typeface="+mn-lt"/>
        <a:ea typeface="+mn-ea"/>
        <a:cs typeface="+mn-cs"/>
      </a:defRPr>
    </a:lvl1pPr>
    <a:lvl2pPr marL="902193" algn="l" defTabSz="1804386" rtl="0" eaLnBrk="1" latinLnBrk="0" hangingPunct="1">
      <a:defRPr sz="3552" kern="1200">
        <a:solidFill>
          <a:schemeClr val="tx1"/>
        </a:solidFill>
        <a:latin typeface="+mn-lt"/>
        <a:ea typeface="+mn-ea"/>
        <a:cs typeface="+mn-cs"/>
      </a:defRPr>
    </a:lvl2pPr>
    <a:lvl3pPr marL="1804386" algn="l" defTabSz="1804386" rtl="0" eaLnBrk="1" latinLnBrk="0" hangingPunct="1">
      <a:defRPr sz="3552" kern="1200">
        <a:solidFill>
          <a:schemeClr val="tx1"/>
        </a:solidFill>
        <a:latin typeface="+mn-lt"/>
        <a:ea typeface="+mn-ea"/>
        <a:cs typeface="+mn-cs"/>
      </a:defRPr>
    </a:lvl3pPr>
    <a:lvl4pPr marL="2706578" algn="l" defTabSz="1804386" rtl="0" eaLnBrk="1" latinLnBrk="0" hangingPunct="1">
      <a:defRPr sz="3552" kern="1200">
        <a:solidFill>
          <a:schemeClr val="tx1"/>
        </a:solidFill>
        <a:latin typeface="+mn-lt"/>
        <a:ea typeface="+mn-ea"/>
        <a:cs typeface="+mn-cs"/>
      </a:defRPr>
    </a:lvl4pPr>
    <a:lvl5pPr marL="3608771" algn="l" defTabSz="1804386" rtl="0" eaLnBrk="1" latinLnBrk="0" hangingPunct="1">
      <a:defRPr sz="3552" kern="1200">
        <a:solidFill>
          <a:schemeClr val="tx1"/>
        </a:solidFill>
        <a:latin typeface="+mn-lt"/>
        <a:ea typeface="+mn-ea"/>
        <a:cs typeface="+mn-cs"/>
      </a:defRPr>
    </a:lvl5pPr>
    <a:lvl6pPr marL="4510964" algn="l" defTabSz="1804386" rtl="0" eaLnBrk="1" latinLnBrk="0" hangingPunct="1">
      <a:defRPr sz="3552" kern="1200">
        <a:solidFill>
          <a:schemeClr val="tx1"/>
        </a:solidFill>
        <a:latin typeface="+mn-lt"/>
        <a:ea typeface="+mn-ea"/>
        <a:cs typeface="+mn-cs"/>
      </a:defRPr>
    </a:lvl6pPr>
    <a:lvl7pPr marL="5413157" algn="l" defTabSz="1804386" rtl="0" eaLnBrk="1" latinLnBrk="0" hangingPunct="1">
      <a:defRPr sz="3552" kern="1200">
        <a:solidFill>
          <a:schemeClr val="tx1"/>
        </a:solidFill>
        <a:latin typeface="+mn-lt"/>
        <a:ea typeface="+mn-ea"/>
        <a:cs typeface="+mn-cs"/>
      </a:defRPr>
    </a:lvl7pPr>
    <a:lvl8pPr marL="6315349" algn="l" defTabSz="1804386" rtl="0" eaLnBrk="1" latinLnBrk="0" hangingPunct="1">
      <a:defRPr sz="3552" kern="1200">
        <a:solidFill>
          <a:schemeClr val="tx1"/>
        </a:solidFill>
        <a:latin typeface="+mn-lt"/>
        <a:ea typeface="+mn-ea"/>
        <a:cs typeface="+mn-cs"/>
      </a:defRPr>
    </a:lvl8pPr>
    <a:lvl9pPr marL="7217542" algn="l" defTabSz="1804386" rtl="0" eaLnBrk="1" latinLnBrk="0" hangingPunct="1">
      <a:defRPr sz="3552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66" userDrawn="1">
          <p15:clr>
            <a:srgbClr val="A4A3A4"/>
          </p15:clr>
        </p15:guide>
        <p15:guide id="2" pos="548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5326" autoAdjust="0"/>
  </p:normalViewPr>
  <p:slideViewPr>
    <p:cSldViewPr>
      <p:cViewPr>
        <p:scale>
          <a:sx n="30" d="100"/>
          <a:sy n="30" d="100"/>
        </p:scale>
        <p:origin x="1758" y="-156"/>
      </p:cViewPr>
      <p:guideLst>
        <p:guide orient="horz" pos="4366"/>
        <p:guide pos="548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presProps" Target="presProps.xml"/><Relationship Id="rId5" Type="http://schemas.openxmlformats.org/officeDocument/2006/relationships/font" Target="fonts/font2.fntdata"/><Relationship Id="rId10" Type="http://schemas.openxmlformats.org/officeDocument/2006/relationships/font" Target="fonts/font7.fntdata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2BBBAF-699E-4200-B9C7-C95B32A3648A}" type="datetimeFigureOut">
              <a:rPr lang="pt-BR" smtClean="0"/>
              <a:t>07/05/2026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400300" y="1143000"/>
            <a:ext cx="2057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7D5CE3-BF17-43D1-B909-7EF3136DEE9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316070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7D5CE3-BF17-43D1-B909-7EF3136DEE9A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41375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06910" y="4305947"/>
            <a:ext cx="14811647" cy="297116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13820" y="7854662"/>
            <a:ext cx="12197827" cy="3542298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8712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7425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6138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4851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3564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522771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60990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69702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6492" y="8907084"/>
            <a:ext cx="14811647" cy="2752982"/>
          </a:xfrm>
        </p:spPr>
        <p:txBody>
          <a:bodyPr anchor="t"/>
          <a:lstStyle>
            <a:lvl1pPr algn="l">
              <a:defRPr sz="7623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6492" y="5874955"/>
            <a:ext cx="14811647" cy="3032129"/>
          </a:xfrm>
        </p:spPr>
        <p:txBody>
          <a:bodyPr anchor="b"/>
          <a:lstStyle>
            <a:lvl1pPr marL="0" indent="0">
              <a:buNone/>
              <a:defRPr sz="3811">
                <a:solidFill>
                  <a:schemeClr val="tx1">
                    <a:tint val="75000"/>
                  </a:schemeClr>
                </a:solidFill>
              </a:defRPr>
            </a:lvl1pPr>
            <a:lvl2pPr marL="871286" indent="0">
              <a:buNone/>
              <a:defRPr sz="3430">
                <a:solidFill>
                  <a:schemeClr val="tx1">
                    <a:tint val="75000"/>
                  </a:schemeClr>
                </a:solidFill>
              </a:defRPr>
            </a:lvl2pPr>
            <a:lvl3pPr marL="1742572" indent="0">
              <a:buNone/>
              <a:defRPr sz="3049">
                <a:solidFill>
                  <a:schemeClr val="tx1">
                    <a:tint val="75000"/>
                  </a:schemeClr>
                </a:solidFill>
              </a:defRPr>
            </a:lvl3pPr>
            <a:lvl4pPr marL="2613858" indent="0">
              <a:buNone/>
              <a:defRPr sz="2668">
                <a:solidFill>
                  <a:schemeClr val="tx1">
                    <a:tint val="75000"/>
                  </a:schemeClr>
                </a:solidFill>
              </a:defRPr>
            </a:lvl4pPr>
            <a:lvl5pPr marL="3485144" indent="0">
              <a:buNone/>
              <a:defRPr sz="2668">
                <a:solidFill>
                  <a:schemeClr val="tx1">
                    <a:tint val="75000"/>
                  </a:schemeClr>
                </a:solidFill>
              </a:defRPr>
            </a:lvl5pPr>
            <a:lvl6pPr marL="4356430" indent="0">
              <a:buNone/>
              <a:defRPr sz="2668">
                <a:solidFill>
                  <a:schemeClr val="tx1">
                    <a:tint val="75000"/>
                  </a:schemeClr>
                </a:solidFill>
              </a:defRPr>
            </a:lvl6pPr>
            <a:lvl7pPr marL="5227716" indent="0">
              <a:buNone/>
              <a:defRPr sz="2668">
                <a:solidFill>
                  <a:schemeClr val="tx1">
                    <a:tint val="75000"/>
                  </a:schemeClr>
                </a:solidFill>
              </a:defRPr>
            </a:lvl7pPr>
            <a:lvl8pPr marL="6099002" indent="0">
              <a:buNone/>
              <a:defRPr sz="2668">
                <a:solidFill>
                  <a:schemeClr val="tx1">
                    <a:tint val="75000"/>
                  </a:schemeClr>
                </a:solidFill>
              </a:defRPr>
            </a:lvl8pPr>
            <a:lvl9pPr marL="6970288" indent="0">
              <a:buNone/>
              <a:defRPr sz="266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71273" y="3234273"/>
            <a:ext cx="7696248" cy="9147730"/>
          </a:xfrm>
        </p:spPr>
        <p:txBody>
          <a:bodyPr/>
          <a:lstStyle>
            <a:lvl1pPr>
              <a:defRPr sz="5336"/>
            </a:lvl1pPr>
            <a:lvl2pPr>
              <a:defRPr sz="4574"/>
            </a:lvl2pPr>
            <a:lvl3pPr>
              <a:defRPr sz="3811"/>
            </a:lvl3pPr>
            <a:lvl4pPr>
              <a:defRPr sz="3430"/>
            </a:lvl4pPr>
            <a:lvl5pPr>
              <a:defRPr sz="3430"/>
            </a:lvl5pPr>
            <a:lvl6pPr>
              <a:defRPr sz="3430"/>
            </a:lvl6pPr>
            <a:lvl7pPr>
              <a:defRPr sz="3430"/>
            </a:lvl7pPr>
            <a:lvl8pPr>
              <a:defRPr sz="3430"/>
            </a:lvl8pPr>
            <a:lvl9pPr>
              <a:defRPr sz="343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857946" y="3234273"/>
            <a:ext cx="7696248" cy="9147730"/>
          </a:xfrm>
        </p:spPr>
        <p:txBody>
          <a:bodyPr/>
          <a:lstStyle>
            <a:lvl1pPr>
              <a:defRPr sz="5336"/>
            </a:lvl1pPr>
            <a:lvl2pPr>
              <a:defRPr sz="4574"/>
            </a:lvl2pPr>
            <a:lvl3pPr>
              <a:defRPr sz="3811"/>
            </a:lvl3pPr>
            <a:lvl4pPr>
              <a:defRPr sz="3430"/>
            </a:lvl4pPr>
            <a:lvl5pPr>
              <a:defRPr sz="3430"/>
            </a:lvl5pPr>
            <a:lvl6pPr>
              <a:defRPr sz="3430"/>
            </a:lvl6pPr>
            <a:lvl7pPr>
              <a:defRPr sz="3430"/>
            </a:lvl7pPr>
            <a:lvl8pPr>
              <a:defRPr sz="3430"/>
            </a:lvl8pPr>
            <a:lvl9pPr>
              <a:defRPr sz="343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1273" y="3102721"/>
            <a:ext cx="7699274" cy="1293066"/>
          </a:xfrm>
        </p:spPr>
        <p:txBody>
          <a:bodyPr anchor="b"/>
          <a:lstStyle>
            <a:lvl1pPr marL="0" indent="0">
              <a:buNone/>
              <a:defRPr sz="4574" b="1"/>
            </a:lvl1pPr>
            <a:lvl2pPr marL="871286" indent="0">
              <a:buNone/>
              <a:defRPr sz="3811" b="1"/>
            </a:lvl2pPr>
            <a:lvl3pPr marL="1742572" indent="0">
              <a:buNone/>
              <a:defRPr sz="3430" b="1"/>
            </a:lvl3pPr>
            <a:lvl4pPr marL="2613858" indent="0">
              <a:buNone/>
              <a:defRPr sz="3049" b="1"/>
            </a:lvl4pPr>
            <a:lvl5pPr marL="3485144" indent="0">
              <a:buNone/>
              <a:defRPr sz="3049" b="1"/>
            </a:lvl5pPr>
            <a:lvl6pPr marL="4356430" indent="0">
              <a:buNone/>
              <a:defRPr sz="3049" b="1"/>
            </a:lvl6pPr>
            <a:lvl7pPr marL="5227716" indent="0">
              <a:buNone/>
              <a:defRPr sz="3049" b="1"/>
            </a:lvl7pPr>
            <a:lvl8pPr marL="6099002" indent="0">
              <a:buNone/>
              <a:defRPr sz="3049" b="1"/>
            </a:lvl8pPr>
            <a:lvl9pPr marL="6970288" indent="0">
              <a:buNone/>
              <a:defRPr sz="304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71273" y="4395787"/>
            <a:ext cx="7699274" cy="7986215"/>
          </a:xfrm>
        </p:spPr>
        <p:txBody>
          <a:bodyPr/>
          <a:lstStyle>
            <a:lvl1pPr>
              <a:defRPr sz="4574"/>
            </a:lvl1pPr>
            <a:lvl2pPr>
              <a:defRPr sz="3811"/>
            </a:lvl2pPr>
            <a:lvl3pPr>
              <a:defRPr sz="3430"/>
            </a:lvl3pPr>
            <a:lvl4pPr>
              <a:defRPr sz="3049"/>
            </a:lvl4pPr>
            <a:lvl5pPr>
              <a:defRPr sz="3049"/>
            </a:lvl5pPr>
            <a:lvl6pPr>
              <a:defRPr sz="3049"/>
            </a:lvl6pPr>
            <a:lvl7pPr>
              <a:defRPr sz="3049"/>
            </a:lvl7pPr>
            <a:lvl8pPr>
              <a:defRPr sz="3049"/>
            </a:lvl8pPr>
            <a:lvl9pPr>
              <a:defRPr sz="304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851896" y="3102721"/>
            <a:ext cx="7702299" cy="1293066"/>
          </a:xfrm>
        </p:spPr>
        <p:txBody>
          <a:bodyPr anchor="b"/>
          <a:lstStyle>
            <a:lvl1pPr marL="0" indent="0">
              <a:buNone/>
              <a:defRPr sz="4574" b="1"/>
            </a:lvl1pPr>
            <a:lvl2pPr marL="871286" indent="0">
              <a:buNone/>
              <a:defRPr sz="3811" b="1"/>
            </a:lvl2pPr>
            <a:lvl3pPr marL="1742572" indent="0">
              <a:buNone/>
              <a:defRPr sz="3430" b="1"/>
            </a:lvl3pPr>
            <a:lvl4pPr marL="2613858" indent="0">
              <a:buNone/>
              <a:defRPr sz="3049" b="1"/>
            </a:lvl4pPr>
            <a:lvl5pPr marL="3485144" indent="0">
              <a:buNone/>
              <a:defRPr sz="3049" b="1"/>
            </a:lvl5pPr>
            <a:lvl6pPr marL="4356430" indent="0">
              <a:buNone/>
              <a:defRPr sz="3049" b="1"/>
            </a:lvl6pPr>
            <a:lvl7pPr marL="5227716" indent="0">
              <a:buNone/>
              <a:defRPr sz="3049" b="1"/>
            </a:lvl7pPr>
            <a:lvl8pPr marL="6099002" indent="0">
              <a:buNone/>
              <a:defRPr sz="3049" b="1"/>
            </a:lvl8pPr>
            <a:lvl9pPr marL="6970288" indent="0">
              <a:buNone/>
              <a:defRPr sz="304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851896" y="4395787"/>
            <a:ext cx="7702299" cy="7986215"/>
          </a:xfrm>
        </p:spPr>
        <p:txBody>
          <a:bodyPr/>
          <a:lstStyle>
            <a:lvl1pPr>
              <a:defRPr sz="4574"/>
            </a:lvl1pPr>
            <a:lvl2pPr>
              <a:defRPr sz="3811"/>
            </a:lvl2pPr>
            <a:lvl3pPr>
              <a:defRPr sz="3430"/>
            </a:lvl3pPr>
            <a:lvl4pPr>
              <a:defRPr sz="3049"/>
            </a:lvl4pPr>
            <a:lvl5pPr>
              <a:defRPr sz="3049"/>
            </a:lvl5pPr>
            <a:lvl6pPr>
              <a:defRPr sz="3049"/>
            </a:lvl6pPr>
            <a:lvl7pPr>
              <a:defRPr sz="3049"/>
            </a:lvl7pPr>
            <a:lvl8pPr>
              <a:defRPr sz="3049"/>
            </a:lvl8pPr>
            <a:lvl9pPr>
              <a:defRPr sz="304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1274" y="551880"/>
            <a:ext cx="5732859" cy="2348698"/>
          </a:xfrm>
        </p:spPr>
        <p:txBody>
          <a:bodyPr anchor="b"/>
          <a:lstStyle>
            <a:lvl1pPr algn="l">
              <a:defRPr sz="3811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12874" y="551881"/>
            <a:ext cx="9741320" cy="11830122"/>
          </a:xfrm>
        </p:spPr>
        <p:txBody>
          <a:bodyPr/>
          <a:lstStyle>
            <a:lvl1pPr>
              <a:defRPr sz="6098"/>
            </a:lvl1pPr>
            <a:lvl2pPr>
              <a:defRPr sz="5336"/>
            </a:lvl2pPr>
            <a:lvl3pPr>
              <a:defRPr sz="4574"/>
            </a:lvl3pPr>
            <a:lvl4pPr>
              <a:defRPr sz="3811"/>
            </a:lvl4pPr>
            <a:lvl5pPr>
              <a:defRPr sz="3811"/>
            </a:lvl5pPr>
            <a:lvl6pPr>
              <a:defRPr sz="3811"/>
            </a:lvl6pPr>
            <a:lvl7pPr>
              <a:defRPr sz="3811"/>
            </a:lvl7pPr>
            <a:lvl8pPr>
              <a:defRPr sz="3811"/>
            </a:lvl8pPr>
            <a:lvl9pPr>
              <a:defRPr sz="381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71274" y="2900579"/>
            <a:ext cx="5732859" cy="9481424"/>
          </a:xfrm>
        </p:spPr>
        <p:txBody>
          <a:bodyPr/>
          <a:lstStyle>
            <a:lvl1pPr marL="0" indent="0">
              <a:buNone/>
              <a:defRPr sz="2668"/>
            </a:lvl1pPr>
            <a:lvl2pPr marL="871286" indent="0">
              <a:buNone/>
              <a:defRPr sz="2287"/>
            </a:lvl2pPr>
            <a:lvl3pPr marL="1742572" indent="0">
              <a:buNone/>
              <a:defRPr sz="1906"/>
            </a:lvl3pPr>
            <a:lvl4pPr marL="2613858" indent="0">
              <a:buNone/>
              <a:defRPr sz="1715"/>
            </a:lvl4pPr>
            <a:lvl5pPr marL="3485144" indent="0">
              <a:buNone/>
              <a:defRPr sz="1715"/>
            </a:lvl5pPr>
            <a:lvl6pPr marL="4356430" indent="0">
              <a:buNone/>
              <a:defRPr sz="1715"/>
            </a:lvl6pPr>
            <a:lvl7pPr marL="5227716" indent="0">
              <a:buNone/>
              <a:defRPr sz="1715"/>
            </a:lvl7pPr>
            <a:lvl8pPr marL="6099002" indent="0">
              <a:buNone/>
              <a:defRPr sz="1715"/>
            </a:lvl8pPr>
            <a:lvl9pPr marL="6970288" indent="0">
              <a:buNone/>
              <a:defRPr sz="171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5514" y="9702817"/>
            <a:ext cx="10455280" cy="1145472"/>
          </a:xfrm>
        </p:spPr>
        <p:txBody>
          <a:bodyPr anchor="b"/>
          <a:lstStyle>
            <a:lvl1pPr algn="l">
              <a:defRPr sz="3811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415514" y="1238521"/>
            <a:ext cx="10455280" cy="8316700"/>
          </a:xfrm>
        </p:spPr>
        <p:txBody>
          <a:bodyPr/>
          <a:lstStyle>
            <a:lvl1pPr marL="0" indent="0">
              <a:buNone/>
              <a:defRPr sz="6098"/>
            </a:lvl1pPr>
            <a:lvl2pPr marL="871286" indent="0">
              <a:buNone/>
              <a:defRPr sz="5336"/>
            </a:lvl2pPr>
            <a:lvl3pPr marL="1742572" indent="0">
              <a:buNone/>
              <a:defRPr sz="4574"/>
            </a:lvl3pPr>
            <a:lvl4pPr marL="2613858" indent="0">
              <a:buNone/>
              <a:defRPr sz="3811"/>
            </a:lvl4pPr>
            <a:lvl5pPr marL="3485144" indent="0">
              <a:buNone/>
              <a:defRPr sz="3811"/>
            </a:lvl5pPr>
            <a:lvl6pPr marL="4356430" indent="0">
              <a:buNone/>
              <a:defRPr sz="3811"/>
            </a:lvl6pPr>
            <a:lvl7pPr marL="5227716" indent="0">
              <a:buNone/>
              <a:defRPr sz="3811"/>
            </a:lvl7pPr>
            <a:lvl8pPr marL="6099002" indent="0">
              <a:buNone/>
              <a:defRPr sz="3811"/>
            </a:lvl8pPr>
            <a:lvl9pPr marL="6970288" indent="0">
              <a:buNone/>
              <a:defRPr sz="3811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15514" y="10848290"/>
            <a:ext cx="10455280" cy="1626761"/>
          </a:xfrm>
        </p:spPr>
        <p:txBody>
          <a:bodyPr/>
          <a:lstStyle>
            <a:lvl1pPr marL="0" indent="0">
              <a:buNone/>
              <a:defRPr sz="2668"/>
            </a:lvl1pPr>
            <a:lvl2pPr marL="871286" indent="0">
              <a:buNone/>
              <a:defRPr sz="2287"/>
            </a:lvl2pPr>
            <a:lvl3pPr marL="1742572" indent="0">
              <a:buNone/>
              <a:defRPr sz="1906"/>
            </a:lvl3pPr>
            <a:lvl4pPr marL="2613858" indent="0">
              <a:buNone/>
              <a:defRPr sz="1715"/>
            </a:lvl4pPr>
            <a:lvl5pPr marL="3485144" indent="0">
              <a:buNone/>
              <a:defRPr sz="1715"/>
            </a:lvl5pPr>
            <a:lvl6pPr marL="4356430" indent="0">
              <a:buNone/>
              <a:defRPr sz="1715"/>
            </a:lvl6pPr>
            <a:lvl7pPr marL="5227716" indent="0">
              <a:buNone/>
              <a:defRPr sz="1715"/>
            </a:lvl7pPr>
            <a:lvl8pPr marL="6099002" indent="0">
              <a:buNone/>
              <a:defRPr sz="1715"/>
            </a:lvl8pPr>
            <a:lvl9pPr marL="6970288" indent="0">
              <a:buNone/>
              <a:defRPr sz="171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633464" y="555090"/>
            <a:ext cx="3920730" cy="1182691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71273" y="555090"/>
            <a:ext cx="11471766" cy="1182691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1273" y="3234273"/>
            <a:ext cx="15682921" cy="91477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28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28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28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1742572" rtl="0" eaLnBrk="1" latinLnBrk="0" hangingPunct="1">
        <a:spcBef>
          <a:spcPct val="0"/>
        </a:spcBef>
        <a:buNone/>
        <a:defRPr sz="838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53465" indent="-653465" algn="l" defTabSz="1742572" rtl="0" eaLnBrk="1" latinLnBrk="0" hangingPunct="1">
        <a:spcBef>
          <a:spcPct val="20000"/>
        </a:spcBef>
        <a:buFont typeface="Arial" pitchFamily="34" charset="0"/>
        <a:buChar char="•"/>
        <a:defRPr sz="6098" kern="1200">
          <a:solidFill>
            <a:schemeClr val="tx1"/>
          </a:solidFill>
          <a:latin typeface="+mn-lt"/>
          <a:ea typeface="+mn-ea"/>
          <a:cs typeface="+mn-cs"/>
        </a:defRPr>
      </a:lvl1pPr>
      <a:lvl2pPr marL="1415840" indent="-544554" algn="l" defTabSz="1742572" rtl="0" eaLnBrk="1" latinLnBrk="0" hangingPunct="1">
        <a:spcBef>
          <a:spcPct val="20000"/>
        </a:spcBef>
        <a:buFont typeface="Arial" pitchFamily="34" charset="0"/>
        <a:buChar char="–"/>
        <a:defRPr sz="5336" kern="1200">
          <a:solidFill>
            <a:schemeClr val="tx1"/>
          </a:solidFill>
          <a:latin typeface="+mn-lt"/>
          <a:ea typeface="+mn-ea"/>
          <a:cs typeface="+mn-cs"/>
        </a:defRPr>
      </a:lvl2pPr>
      <a:lvl3pPr marL="2178215" indent="-435643" algn="l" defTabSz="1742572" rtl="0" eaLnBrk="1" latinLnBrk="0" hangingPunct="1">
        <a:spcBef>
          <a:spcPct val="20000"/>
        </a:spcBef>
        <a:buFont typeface="Arial" pitchFamily="34" charset="0"/>
        <a:buChar char="•"/>
        <a:defRPr sz="4574" kern="1200">
          <a:solidFill>
            <a:schemeClr val="tx1"/>
          </a:solidFill>
          <a:latin typeface="+mn-lt"/>
          <a:ea typeface="+mn-ea"/>
          <a:cs typeface="+mn-cs"/>
        </a:defRPr>
      </a:lvl3pPr>
      <a:lvl4pPr marL="3049501" indent="-435643" algn="l" defTabSz="1742572" rtl="0" eaLnBrk="1" latinLnBrk="0" hangingPunct="1">
        <a:spcBef>
          <a:spcPct val="20000"/>
        </a:spcBef>
        <a:buFont typeface="Arial" pitchFamily="34" charset="0"/>
        <a:buChar char="–"/>
        <a:defRPr sz="3811" kern="1200">
          <a:solidFill>
            <a:schemeClr val="tx1"/>
          </a:solidFill>
          <a:latin typeface="+mn-lt"/>
          <a:ea typeface="+mn-ea"/>
          <a:cs typeface="+mn-cs"/>
        </a:defRPr>
      </a:lvl4pPr>
      <a:lvl5pPr marL="3920787" indent="-435643" algn="l" defTabSz="1742572" rtl="0" eaLnBrk="1" latinLnBrk="0" hangingPunct="1">
        <a:spcBef>
          <a:spcPct val="20000"/>
        </a:spcBef>
        <a:buFont typeface="Arial" pitchFamily="34" charset="0"/>
        <a:buChar char="»"/>
        <a:defRPr sz="3811" kern="1200">
          <a:solidFill>
            <a:schemeClr val="tx1"/>
          </a:solidFill>
          <a:latin typeface="+mn-lt"/>
          <a:ea typeface="+mn-ea"/>
          <a:cs typeface="+mn-cs"/>
        </a:defRPr>
      </a:lvl5pPr>
      <a:lvl6pPr marL="4792073" indent="-435643" algn="l" defTabSz="1742572" rtl="0" eaLnBrk="1" latinLnBrk="0" hangingPunct="1">
        <a:spcBef>
          <a:spcPct val="20000"/>
        </a:spcBef>
        <a:buFont typeface="Arial" pitchFamily="34" charset="0"/>
        <a:buChar char="•"/>
        <a:defRPr sz="3811" kern="1200">
          <a:solidFill>
            <a:schemeClr val="tx1"/>
          </a:solidFill>
          <a:latin typeface="+mn-lt"/>
          <a:ea typeface="+mn-ea"/>
          <a:cs typeface="+mn-cs"/>
        </a:defRPr>
      </a:lvl6pPr>
      <a:lvl7pPr marL="5663359" indent="-435643" algn="l" defTabSz="1742572" rtl="0" eaLnBrk="1" latinLnBrk="0" hangingPunct="1">
        <a:spcBef>
          <a:spcPct val="20000"/>
        </a:spcBef>
        <a:buFont typeface="Arial" pitchFamily="34" charset="0"/>
        <a:buChar char="•"/>
        <a:defRPr sz="3811" kern="1200">
          <a:solidFill>
            <a:schemeClr val="tx1"/>
          </a:solidFill>
          <a:latin typeface="+mn-lt"/>
          <a:ea typeface="+mn-ea"/>
          <a:cs typeface="+mn-cs"/>
        </a:defRPr>
      </a:lvl7pPr>
      <a:lvl8pPr marL="6534645" indent="-435643" algn="l" defTabSz="1742572" rtl="0" eaLnBrk="1" latinLnBrk="0" hangingPunct="1">
        <a:spcBef>
          <a:spcPct val="20000"/>
        </a:spcBef>
        <a:buFont typeface="Arial" pitchFamily="34" charset="0"/>
        <a:buChar char="•"/>
        <a:defRPr sz="3811" kern="1200">
          <a:solidFill>
            <a:schemeClr val="tx1"/>
          </a:solidFill>
          <a:latin typeface="+mn-lt"/>
          <a:ea typeface="+mn-ea"/>
          <a:cs typeface="+mn-cs"/>
        </a:defRPr>
      </a:lvl8pPr>
      <a:lvl9pPr marL="7405931" indent="-435643" algn="l" defTabSz="1742572" rtl="0" eaLnBrk="1" latinLnBrk="0" hangingPunct="1">
        <a:spcBef>
          <a:spcPct val="20000"/>
        </a:spcBef>
        <a:buFont typeface="Arial" pitchFamily="34" charset="0"/>
        <a:buChar char="•"/>
        <a:defRPr sz="381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742572" rtl="0" eaLnBrk="1" latinLnBrk="0" hangingPunct="1">
        <a:defRPr sz="3430" kern="1200">
          <a:solidFill>
            <a:schemeClr val="tx1"/>
          </a:solidFill>
          <a:latin typeface="+mn-lt"/>
          <a:ea typeface="+mn-ea"/>
          <a:cs typeface="+mn-cs"/>
        </a:defRPr>
      </a:lvl1pPr>
      <a:lvl2pPr marL="871286" algn="l" defTabSz="1742572" rtl="0" eaLnBrk="1" latinLnBrk="0" hangingPunct="1">
        <a:defRPr sz="3430" kern="1200">
          <a:solidFill>
            <a:schemeClr val="tx1"/>
          </a:solidFill>
          <a:latin typeface="+mn-lt"/>
          <a:ea typeface="+mn-ea"/>
          <a:cs typeface="+mn-cs"/>
        </a:defRPr>
      </a:lvl2pPr>
      <a:lvl3pPr marL="1742572" algn="l" defTabSz="1742572" rtl="0" eaLnBrk="1" latinLnBrk="0" hangingPunct="1">
        <a:defRPr sz="3430" kern="1200">
          <a:solidFill>
            <a:schemeClr val="tx1"/>
          </a:solidFill>
          <a:latin typeface="+mn-lt"/>
          <a:ea typeface="+mn-ea"/>
          <a:cs typeface="+mn-cs"/>
        </a:defRPr>
      </a:lvl3pPr>
      <a:lvl4pPr marL="2613858" algn="l" defTabSz="1742572" rtl="0" eaLnBrk="1" latinLnBrk="0" hangingPunct="1">
        <a:defRPr sz="3430" kern="1200">
          <a:solidFill>
            <a:schemeClr val="tx1"/>
          </a:solidFill>
          <a:latin typeface="+mn-lt"/>
          <a:ea typeface="+mn-ea"/>
          <a:cs typeface="+mn-cs"/>
        </a:defRPr>
      </a:lvl4pPr>
      <a:lvl5pPr marL="3485144" algn="l" defTabSz="1742572" rtl="0" eaLnBrk="1" latinLnBrk="0" hangingPunct="1">
        <a:defRPr sz="3430" kern="1200">
          <a:solidFill>
            <a:schemeClr val="tx1"/>
          </a:solidFill>
          <a:latin typeface="+mn-lt"/>
          <a:ea typeface="+mn-ea"/>
          <a:cs typeface="+mn-cs"/>
        </a:defRPr>
      </a:lvl5pPr>
      <a:lvl6pPr marL="4356430" algn="l" defTabSz="1742572" rtl="0" eaLnBrk="1" latinLnBrk="0" hangingPunct="1">
        <a:defRPr sz="3430" kern="1200">
          <a:solidFill>
            <a:schemeClr val="tx1"/>
          </a:solidFill>
          <a:latin typeface="+mn-lt"/>
          <a:ea typeface="+mn-ea"/>
          <a:cs typeface="+mn-cs"/>
        </a:defRPr>
      </a:lvl6pPr>
      <a:lvl7pPr marL="5227716" algn="l" defTabSz="1742572" rtl="0" eaLnBrk="1" latinLnBrk="0" hangingPunct="1">
        <a:defRPr sz="3430" kern="1200">
          <a:solidFill>
            <a:schemeClr val="tx1"/>
          </a:solidFill>
          <a:latin typeface="+mn-lt"/>
          <a:ea typeface="+mn-ea"/>
          <a:cs typeface="+mn-cs"/>
        </a:defRPr>
      </a:lvl7pPr>
      <a:lvl8pPr marL="6099002" algn="l" defTabSz="1742572" rtl="0" eaLnBrk="1" latinLnBrk="0" hangingPunct="1">
        <a:defRPr sz="3430" kern="1200">
          <a:solidFill>
            <a:schemeClr val="tx1"/>
          </a:solidFill>
          <a:latin typeface="+mn-lt"/>
          <a:ea typeface="+mn-ea"/>
          <a:cs typeface="+mn-cs"/>
        </a:defRPr>
      </a:lvl8pPr>
      <a:lvl9pPr marL="6970288" algn="l" defTabSz="1742572" rtl="0" eaLnBrk="1" latinLnBrk="0" hangingPunct="1">
        <a:defRPr sz="34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hyperlink" Target="https://www.youtube.com/watch?v=3AgOnfaV5R8" TargetMode="External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hyperlink" Target="https://www.youtube.com/watch?v=ciqaZ5A9HXk" TargetMode="External"/><Relationship Id="rId2" Type="http://schemas.openxmlformats.org/officeDocument/2006/relationships/notesSlide" Target="../notesSlides/notesSlide1.xml"/><Relationship Id="rId16" Type="http://schemas.openxmlformats.org/officeDocument/2006/relationships/hyperlink" Target="https://www.youtube.com/watch?v=XakoSN63jns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hyperlink" Target="https://www.youtube.com/watch?v=sAdy1afiwSw" TargetMode="External"/><Relationship Id="rId10" Type="http://schemas.openxmlformats.org/officeDocument/2006/relationships/image" Target="../media/image8.png"/><Relationship Id="rId19" Type="http://schemas.openxmlformats.org/officeDocument/2006/relationships/hyperlink" Target="https://www.youtube.com/watch?v=5U2Sxj8AEks" TargetMode="External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4F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34721" y="36779527"/>
            <a:ext cx="29521156" cy="6461592"/>
            <a:chOff x="0" y="0"/>
            <a:chExt cx="3032124" cy="60757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032124" cy="607578"/>
            </a:xfrm>
            <a:custGeom>
              <a:avLst/>
              <a:gdLst/>
              <a:ahLst/>
              <a:cxnLst/>
              <a:rect l="l" t="t" r="r" b="b"/>
              <a:pathLst>
                <a:path w="3032124" h="607578">
                  <a:moveTo>
                    <a:pt x="0" y="0"/>
                  </a:moveTo>
                  <a:lnTo>
                    <a:pt x="3032124" y="0"/>
                  </a:lnTo>
                  <a:lnTo>
                    <a:pt x="3032124" y="607578"/>
                  </a:lnTo>
                  <a:lnTo>
                    <a:pt x="0" y="607578"/>
                  </a:lnTo>
                  <a:close/>
                </a:path>
              </a:pathLst>
            </a:custGeom>
            <a:solidFill>
              <a:srgbClr val="10E68E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pt-BR" sz="6769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3032124" cy="655203"/>
            </a:xfrm>
            <a:prstGeom prst="rect">
              <a:avLst/>
            </a:prstGeom>
          </p:spPr>
          <p:txBody>
            <a:bodyPr lIns="88932" tIns="88932" rIns="88932" bIns="88932" rtlCol="0" anchor="ctr"/>
            <a:lstStyle/>
            <a:p>
              <a:pPr algn="ctr">
                <a:lnSpc>
                  <a:spcPts val="7596"/>
                </a:lnSpc>
                <a:spcBef>
                  <a:spcPct val="0"/>
                </a:spcBef>
              </a:pPr>
              <a:endParaRPr sz="6769"/>
            </a:p>
          </p:txBody>
        </p:sp>
      </p:grpSp>
      <p:sp>
        <p:nvSpPr>
          <p:cNvPr id="5" name="Freeform 5"/>
          <p:cNvSpPr/>
          <p:nvPr/>
        </p:nvSpPr>
        <p:spPr>
          <a:xfrm>
            <a:off x="3163237" y="34829695"/>
            <a:ext cx="22769151" cy="14311010"/>
          </a:xfrm>
          <a:custGeom>
            <a:avLst/>
            <a:gdLst/>
            <a:ahLst/>
            <a:cxnLst/>
            <a:rect l="l" t="t" r="r" b="b"/>
            <a:pathLst>
              <a:path w="11948094" h="7509691">
                <a:moveTo>
                  <a:pt x="0" y="0"/>
                </a:moveTo>
                <a:lnTo>
                  <a:pt x="11948094" y="0"/>
                </a:lnTo>
                <a:lnTo>
                  <a:pt x="11948094" y="7509692"/>
                </a:lnTo>
                <a:lnTo>
                  <a:pt x="0" y="75096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48959"/>
            </a:stretch>
          </a:blipFill>
        </p:spPr>
        <p:txBody>
          <a:bodyPr/>
          <a:lstStyle/>
          <a:p>
            <a:endParaRPr lang="pt-BR" sz="6769"/>
          </a:p>
        </p:txBody>
      </p:sp>
      <p:grpSp>
        <p:nvGrpSpPr>
          <p:cNvPr id="6" name="Group 6"/>
          <p:cNvGrpSpPr/>
          <p:nvPr/>
        </p:nvGrpSpPr>
        <p:grpSpPr>
          <a:xfrm>
            <a:off x="-234721" y="29317923"/>
            <a:ext cx="29521159" cy="9253255"/>
            <a:chOff x="0" y="0"/>
            <a:chExt cx="3163653" cy="87007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163653" cy="870076"/>
            </a:xfrm>
            <a:custGeom>
              <a:avLst/>
              <a:gdLst/>
              <a:ahLst/>
              <a:cxnLst/>
              <a:rect l="l" t="t" r="r" b="b"/>
              <a:pathLst>
                <a:path w="3163653" h="870076">
                  <a:moveTo>
                    <a:pt x="0" y="0"/>
                  </a:moveTo>
                  <a:lnTo>
                    <a:pt x="3163653" y="0"/>
                  </a:lnTo>
                  <a:lnTo>
                    <a:pt x="3163653" y="870076"/>
                  </a:lnTo>
                  <a:lnTo>
                    <a:pt x="0" y="870076"/>
                  </a:lnTo>
                  <a:close/>
                </a:path>
              </a:pathLst>
            </a:custGeom>
            <a:solidFill>
              <a:srgbClr val="044F37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pt-BR" sz="6769" dirty="0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3163653" cy="917701"/>
            </a:xfrm>
            <a:prstGeom prst="rect">
              <a:avLst/>
            </a:prstGeom>
          </p:spPr>
          <p:txBody>
            <a:bodyPr lIns="88932" tIns="88932" rIns="88932" bIns="88932" rtlCol="0" anchor="ctr"/>
            <a:lstStyle/>
            <a:p>
              <a:pPr>
                <a:lnSpc>
                  <a:spcPts val="7596"/>
                </a:lnSpc>
                <a:spcBef>
                  <a:spcPct val="0"/>
                </a:spcBef>
              </a:pPr>
              <a:endParaRPr sz="6769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-234720" y="21516783"/>
            <a:ext cx="29521157" cy="9405862"/>
            <a:chOff x="0" y="0"/>
            <a:chExt cx="3225442" cy="84194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225442" cy="841941"/>
            </a:xfrm>
            <a:custGeom>
              <a:avLst/>
              <a:gdLst/>
              <a:ahLst/>
              <a:cxnLst/>
              <a:rect l="l" t="t" r="r" b="b"/>
              <a:pathLst>
                <a:path w="3225442" h="841941">
                  <a:moveTo>
                    <a:pt x="0" y="0"/>
                  </a:moveTo>
                  <a:lnTo>
                    <a:pt x="3225442" y="0"/>
                  </a:lnTo>
                  <a:lnTo>
                    <a:pt x="3225442" y="841941"/>
                  </a:lnTo>
                  <a:lnTo>
                    <a:pt x="0" y="841941"/>
                  </a:lnTo>
                  <a:close/>
                </a:path>
              </a:pathLst>
            </a:custGeom>
            <a:solidFill>
              <a:srgbClr val="023327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pt-BR" sz="6769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3225442" cy="889566"/>
            </a:xfrm>
            <a:prstGeom prst="rect">
              <a:avLst/>
            </a:prstGeom>
          </p:spPr>
          <p:txBody>
            <a:bodyPr lIns="88932" tIns="88932" rIns="88932" bIns="88932" rtlCol="0" anchor="ctr"/>
            <a:lstStyle/>
            <a:p>
              <a:pPr algn="ctr">
                <a:lnSpc>
                  <a:spcPts val="7596"/>
                </a:lnSpc>
                <a:spcBef>
                  <a:spcPct val="0"/>
                </a:spcBef>
              </a:pPr>
              <a:endParaRPr sz="6769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-234720" y="16067864"/>
            <a:ext cx="29521157" cy="8051269"/>
            <a:chOff x="0" y="0"/>
            <a:chExt cx="3032124" cy="73967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032124" cy="739677"/>
            </a:xfrm>
            <a:custGeom>
              <a:avLst/>
              <a:gdLst/>
              <a:ahLst/>
              <a:cxnLst/>
              <a:rect l="l" t="t" r="r" b="b"/>
              <a:pathLst>
                <a:path w="3032124" h="739677">
                  <a:moveTo>
                    <a:pt x="0" y="0"/>
                  </a:moveTo>
                  <a:lnTo>
                    <a:pt x="3032124" y="0"/>
                  </a:lnTo>
                  <a:lnTo>
                    <a:pt x="3032124" y="739677"/>
                  </a:lnTo>
                  <a:lnTo>
                    <a:pt x="0" y="739677"/>
                  </a:lnTo>
                  <a:close/>
                </a:path>
              </a:pathLst>
            </a:custGeom>
            <a:solidFill>
              <a:srgbClr val="0B9E64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pt-BR" sz="6769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3032124" cy="787302"/>
            </a:xfrm>
            <a:prstGeom prst="rect">
              <a:avLst/>
            </a:prstGeom>
          </p:spPr>
          <p:txBody>
            <a:bodyPr lIns="88932" tIns="88932" rIns="88932" bIns="88932" rtlCol="0" anchor="ctr"/>
            <a:lstStyle/>
            <a:p>
              <a:pPr algn="ctr">
                <a:lnSpc>
                  <a:spcPts val="7596"/>
                </a:lnSpc>
                <a:spcBef>
                  <a:spcPct val="0"/>
                </a:spcBef>
              </a:pPr>
              <a:endParaRPr sz="6769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-234719" y="7322639"/>
            <a:ext cx="29521156" cy="9278584"/>
            <a:chOff x="0" y="0"/>
            <a:chExt cx="3218728" cy="81989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218728" cy="819899"/>
            </a:xfrm>
            <a:custGeom>
              <a:avLst/>
              <a:gdLst/>
              <a:ahLst/>
              <a:cxnLst/>
              <a:rect l="l" t="t" r="r" b="b"/>
              <a:pathLst>
                <a:path w="3218728" h="819899">
                  <a:moveTo>
                    <a:pt x="0" y="0"/>
                  </a:moveTo>
                  <a:lnTo>
                    <a:pt x="3218728" y="0"/>
                  </a:lnTo>
                  <a:lnTo>
                    <a:pt x="3218728" y="819899"/>
                  </a:lnTo>
                  <a:lnTo>
                    <a:pt x="0" y="819899"/>
                  </a:lnTo>
                  <a:close/>
                </a:path>
              </a:pathLst>
            </a:custGeom>
            <a:solidFill>
              <a:srgbClr val="07734C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pt-BR" sz="6769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47625"/>
              <a:ext cx="3218728" cy="867524"/>
            </a:xfrm>
            <a:prstGeom prst="rect">
              <a:avLst/>
            </a:prstGeom>
          </p:spPr>
          <p:txBody>
            <a:bodyPr lIns="88932" tIns="88932" rIns="88932" bIns="88932" rtlCol="0" anchor="ctr"/>
            <a:lstStyle/>
            <a:p>
              <a:pPr algn="ctr">
                <a:lnSpc>
                  <a:spcPts val="7596"/>
                </a:lnSpc>
                <a:spcBef>
                  <a:spcPct val="0"/>
                </a:spcBef>
              </a:pPr>
              <a:endParaRPr sz="6769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-275496" y="-697570"/>
            <a:ext cx="29602705" cy="10296470"/>
            <a:chOff x="0" y="-47625"/>
            <a:chExt cx="2755436" cy="850966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755436" cy="803341"/>
            </a:xfrm>
            <a:custGeom>
              <a:avLst/>
              <a:gdLst/>
              <a:ahLst/>
              <a:cxnLst/>
              <a:rect l="l" t="t" r="r" b="b"/>
              <a:pathLst>
                <a:path w="2755436" h="803341">
                  <a:moveTo>
                    <a:pt x="0" y="0"/>
                  </a:moveTo>
                  <a:lnTo>
                    <a:pt x="2755436" y="0"/>
                  </a:lnTo>
                  <a:lnTo>
                    <a:pt x="2755436" y="803341"/>
                  </a:lnTo>
                  <a:lnTo>
                    <a:pt x="0" y="803341"/>
                  </a:lnTo>
                  <a:close/>
                </a:path>
              </a:pathLst>
            </a:custGeom>
            <a:solidFill>
              <a:srgbClr val="10E68E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pt-BR" sz="6769" dirty="0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47625"/>
              <a:ext cx="2755436" cy="850966"/>
            </a:xfrm>
            <a:prstGeom prst="rect">
              <a:avLst/>
            </a:prstGeom>
          </p:spPr>
          <p:txBody>
            <a:bodyPr lIns="88932" tIns="88932" rIns="88932" bIns="88932" rtlCol="0" anchor="ctr"/>
            <a:lstStyle/>
            <a:p>
              <a:pPr algn="ctr">
                <a:lnSpc>
                  <a:spcPts val="7596"/>
                </a:lnSpc>
                <a:spcBef>
                  <a:spcPct val="0"/>
                </a:spcBef>
              </a:pPr>
              <a:endParaRPr sz="6769"/>
            </a:p>
          </p:txBody>
        </p:sp>
      </p:grpSp>
      <p:grpSp>
        <p:nvGrpSpPr>
          <p:cNvPr id="21" name="Group 21"/>
          <p:cNvGrpSpPr/>
          <p:nvPr/>
        </p:nvGrpSpPr>
        <p:grpSpPr>
          <a:xfrm rot="-5400000">
            <a:off x="12881174" y="11838784"/>
            <a:ext cx="18476014" cy="13362492"/>
            <a:chOff x="0" y="0"/>
            <a:chExt cx="1922704" cy="1176995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922704" cy="1176995"/>
            </a:xfrm>
            <a:custGeom>
              <a:avLst/>
              <a:gdLst/>
              <a:ahLst/>
              <a:cxnLst/>
              <a:rect l="l" t="t" r="r" b="b"/>
              <a:pathLst>
                <a:path w="1922704" h="1176995">
                  <a:moveTo>
                    <a:pt x="0" y="0"/>
                  </a:moveTo>
                  <a:lnTo>
                    <a:pt x="1922704" y="0"/>
                  </a:lnTo>
                  <a:lnTo>
                    <a:pt x="1922704" y="1176995"/>
                  </a:lnTo>
                  <a:lnTo>
                    <a:pt x="0" y="1176995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pt-BR" sz="6769" dirty="0">
                <a:highlight>
                  <a:srgbClr val="00FFFF"/>
                </a:highlight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47625"/>
              <a:ext cx="1922704" cy="1224620"/>
            </a:xfrm>
            <a:prstGeom prst="rect">
              <a:avLst/>
            </a:prstGeom>
          </p:spPr>
          <p:txBody>
            <a:bodyPr lIns="89001" tIns="89001" rIns="89001" bIns="89001" rtlCol="0" anchor="ctr"/>
            <a:lstStyle/>
            <a:p>
              <a:pPr algn="ctr">
                <a:lnSpc>
                  <a:spcPts val="7596"/>
                </a:lnSpc>
              </a:pPr>
              <a:endParaRPr sz="6769">
                <a:highlight>
                  <a:srgbClr val="00FFFF"/>
                </a:highlight>
              </a:endParaRP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778361" y="27758037"/>
            <a:ext cx="13848539" cy="11057199"/>
            <a:chOff x="0" y="0"/>
            <a:chExt cx="1302166" cy="820732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302166" cy="820732"/>
            </a:xfrm>
            <a:custGeom>
              <a:avLst/>
              <a:gdLst/>
              <a:ahLst/>
              <a:cxnLst/>
              <a:rect l="l" t="t" r="r" b="b"/>
              <a:pathLst>
                <a:path w="1302166" h="820732">
                  <a:moveTo>
                    <a:pt x="0" y="0"/>
                  </a:moveTo>
                  <a:lnTo>
                    <a:pt x="1302166" y="0"/>
                  </a:lnTo>
                  <a:lnTo>
                    <a:pt x="1302166" y="820732"/>
                  </a:lnTo>
                  <a:lnTo>
                    <a:pt x="0" y="820732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pt-BR" sz="6769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47625"/>
              <a:ext cx="1302166" cy="868357"/>
            </a:xfrm>
            <a:prstGeom prst="rect">
              <a:avLst/>
            </a:prstGeom>
          </p:spPr>
          <p:txBody>
            <a:bodyPr lIns="88932" tIns="88932" rIns="88932" bIns="88932" rtlCol="0" anchor="ctr"/>
            <a:lstStyle/>
            <a:p>
              <a:pPr algn="ctr">
                <a:lnSpc>
                  <a:spcPts val="7596"/>
                </a:lnSpc>
              </a:pPr>
              <a:endParaRPr sz="6769"/>
            </a:p>
          </p:txBody>
        </p:sp>
      </p:grpSp>
      <p:sp>
        <p:nvSpPr>
          <p:cNvPr id="32" name="Freeform 32"/>
          <p:cNvSpPr/>
          <p:nvPr/>
        </p:nvSpPr>
        <p:spPr>
          <a:xfrm>
            <a:off x="-768557" y="249486"/>
            <a:ext cx="8571184" cy="2454222"/>
          </a:xfrm>
          <a:custGeom>
            <a:avLst/>
            <a:gdLst/>
            <a:ahLst/>
            <a:cxnLst/>
            <a:rect l="l" t="t" r="r" b="b"/>
            <a:pathLst>
              <a:path w="4497722" h="1287851">
                <a:moveTo>
                  <a:pt x="0" y="0"/>
                </a:moveTo>
                <a:lnTo>
                  <a:pt x="4497722" y="0"/>
                </a:lnTo>
                <a:lnTo>
                  <a:pt x="4497722" y="1287851"/>
                </a:lnTo>
                <a:lnTo>
                  <a:pt x="0" y="128785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t-BR" sz="6769"/>
          </a:p>
        </p:txBody>
      </p:sp>
      <p:sp>
        <p:nvSpPr>
          <p:cNvPr id="33" name="Freeform 33"/>
          <p:cNvSpPr/>
          <p:nvPr/>
        </p:nvSpPr>
        <p:spPr>
          <a:xfrm>
            <a:off x="-9486327" y="-1856098"/>
            <a:ext cx="22769151" cy="14311010"/>
          </a:xfrm>
          <a:custGeom>
            <a:avLst/>
            <a:gdLst/>
            <a:ahLst/>
            <a:cxnLst/>
            <a:rect l="l" t="t" r="r" b="b"/>
            <a:pathLst>
              <a:path w="11948094" h="7509691">
                <a:moveTo>
                  <a:pt x="0" y="0"/>
                </a:moveTo>
                <a:lnTo>
                  <a:pt x="11948094" y="0"/>
                </a:lnTo>
                <a:lnTo>
                  <a:pt x="11948094" y="7509691"/>
                </a:lnTo>
                <a:lnTo>
                  <a:pt x="0" y="75096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48959"/>
            </a:stretch>
          </a:blipFill>
        </p:spPr>
        <p:txBody>
          <a:bodyPr/>
          <a:lstStyle/>
          <a:p>
            <a:endParaRPr lang="pt-BR" sz="6769" dirty="0">
              <a:solidFill>
                <a:srgbClr val="00B050"/>
              </a:solidFill>
            </a:endParaRPr>
          </a:p>
        </p:txBody>
      </p:sp>
      <p:sp>
        <p:nvSpPr>
          <p:cNvPr id="34" name="Freeform 34"/>
          <p:cNvSpPr/>
          <p:nvPr/>
        </p:nvSpPr>
        <p:spPr>
          <a:xfrm>
            <a:off x="21151238" y="99167"/>
            <a:ext cx="7228385" cy="2335060"/>
          </a:xfrm>
          <a:custGeom>
            <a:avLst/>
            <a:gdLst/>
            <a:ahLst/>
            <a:cxnLst/>
            <a:rect l="l" t="t" r="r" b="b"/>
            <a:pathLst>
              <a:path w="3793089" h="1225321">
                <a:moveTo>
                  <a:pt x="0" y="0"/>
                </a:moveTo>
                <a:lnTo>
                  <a:pt x="3793089" y="0"/>
                </a:lnTo>
                <a:lnTo>
                  <a:pt x="3793089" y="1225321"/>
                </a:lnTo>
                <a:lnTo>
                  <a:pt x="0" y="12253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pt-BR" sz="6769"/>
          </a:p>
        </p:txBody>
      </p:sp>
      <p:sp>
        <p:nvSpPr>
          <p:cNvPr id="36" name="TextBox 36"/>
          <p:cNvSpPr txBox="1"/>
          <p:nvPr/>
        </p:nvSpPr>
        <p:spPr>
          <a:xfrm>
            <a:off x="5432058" y="12099877"/>
            <a:ext cx="4989818" cy="6586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26"/>
              </a:lnSpc>
            </a:pPr>
            <a:r>
              <a:rPr lang="en-US" sz="5077" b="1" spc="192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INTRODUÇÃO</a:t>
            </a:r>
          </a:p>
        </p:txBody>
      </p:sp>
      <p:grpSp>
        <p:nvGrpSpPr>
          <p:cNvPr id="37" name="Group 37"/>
          <p:cNvGrpSpPr/>
          <p:nvPr/>
        </p:nvGrpSpPr>
        <p:grpSpPr>
          <a:xfrm rot="-5400000">
            <a:off x="14599732" y="-4501231"/>
            <a:ext cx="13106312" cy="40749053"/>
            <a:chOff x="0" y="-2504764"/>
            <a:chExt cx="1231403" cy="3805903"/>
          </a:xfrm>
        </p:grpSpPr>
        <p:sp>
          <p:nvSpPr>
            <p:cNvPr id="38" name="Freeform 38"/>
            <p:cNvSpPr/>
            <p:nvPr/>
          </p:nvSpPr>
          <p:spPr>
            <a:xfrm>
              <a:off x="447666" y="-2504764"/>
              <a:ext cx="783737" cy="1293434"/>
            </a:xfrm>
            <a:custGeom>
              <a:avLst/>
              <a:gdLst/>
              <a:ahLst/>
              <a:cxnLst/>
              <a:rect l="l" t="t" r="r" b="b"/>
              <a:pathLst>
                <a:path w="958980" h="1301139">
                  <a:moveTo>
                    <a:pt x="0" y="0"/>
                  </a:moveTo>
                  <a:lnTo>
                    <a:pt x="958980" y="0"/>
                  </a:lnTo>
                  <a:lnTo>
                    <a:pt x="958980" y="1301139"/>
                  </a:lnTo>
                  <a:lnTo>
                    <a:pt x="0" y="1301139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pt-BR" sz="6000" dirty="0">
                <a:highlight>
                  <a:srgbClr val="008000"/>
                </a:highlight>
              </a:endParaRP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0" y="-47625"/>
              <a:ext cx="958980" cy="1348764"/>
            </a:xfrm>
            <a:prstGeom prst="rect">
              <a:avLst/>
            </a:prstGeom>
          </p:spPr>
          <p:txBody>
            <a:bodyPr lIns="89001" tIns="89001" rIns="89001" bIns="89001" rtlCol="0" anchor="ctr"/>
            <a:lstStyle/>
            <a:p>
              <a:pPr algn="ctr">
                <a:lnSpc>
                  <a:spcPts val="7596"/>
                </a:lnSpc>
              </a:pPr>
              <a:endParaRPr sz="6000">
                <a:highlight>
                  <a:srgbClr val="008000"/>
                </a:highlight>
              </a:endParaRPr>
            </a:p>
          </p:txBody>
        </p:sp>
      </p:grpSp>
      <p:grpSp>
        <p:nvGrpSpPr>
          <p:cNvPr id="40" name="Group 40"/>
          <p:cNvGrpSpPr/>
          <p:nvPr/>
        </p:nvGrpSpPr>
        <p:grpSpPr>
          <a:xfrm rot="-5400000">
            <a:off x="2941402" y="15791799"/>
            <a:ext cx="9522460" cy="13848538"/>
            <a:chOff x="0" y="0"/>
            <a:chExt cx="936167" cy="130113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936167" cy="1301139"/>
            </a:xfrm>
            <a:custGeom>
              <a:avLst/>
              <a:gdLst/>
              <a:ahLst/>
              <a:cxnLst/>
              <a:rect l="l" t="t" r="r" b="b"/>
              <a:pathLst>
                <a:path w="936167" h="1301139">
                  <a:moveTo>
                    <a:pt x="0" y="0"/>
                  </a:moveTo>
                  <a:lnTo>
                    <a:pt x="936167" y="0"/>
                  </a:lnTo>
                  <a:lnTo>
                    <a:pt x="936167" y="1301139"/>
                  </a:lnTo>
                  <a:lnTo>
                    <a:pt x="0" y="1301139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pt-BR" sz="6769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0" y="-47625"/>
              <a:ext cx="936167" cy="1348764"/>
            </a:xfrm>
            <a:prstGeom prst="rect">
              <a:avLst/>
            </a:prstGeom>
          </p:spPr>
          <p:txBody>
            <a:bodyPr lIns="89001" tIns="89001" rIns="89001" bIns="89001" rtlCol="0" anchor="ctr"/>
            <a:lstStyle/>
            <a:p>
              <a:pPr algn="ctr">
                <a:lnSpc>
                  <a:spcPts val="7596"/>
                </a:lnSpc>
              </a:pPr>
              <a:endParaRPr sz="6769"/>
            </a:p>
          </p:txBody>
        </p:sp>
      </p:grpSp>
      <p:sp>
        <p:nvSpPr>
          <p:cNvPr id="43" name="Freeform 43"/>
          <p:cNvSpPr/>
          <p:nvPr/>
        </p:nvSpPr>
        <p:spPr>
          <a:xfrm>
            <a:off x="23829498" y="38148033"/>
            <a:ext cx="5609093" cy="5642282"/>
          </a:xfrm>
          <a:custGeom>
            <a:avLst/>
            <a:gdLst/>
            <a:ahLst/>
            <a:cxnLst/>
            <a:rect l="l" t="t" r="r" b="b"/>
            <a:pathLst>
              <a:path w="2943367" h="2960783">
                <a:moveTo>
                  <a:pt x="0" y="0"/>
                </a:moveTo>
                <a:lnTo>
                  <a:pt x="2943367" y="0"/>
                </a:lnTo>
                <a:lnTo>
                  <a:pt x="2943367" y="2960784"/>
                </a:lnTo>
                <a:lnTo>
                  <a:pt x="0" y="296078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pt-BR" sz="6769"/>
          </a:p>
        </p:txBody>
      </p:sp>
      <p:sp>
        <p:nvSpPr>
          <p:cNvPr id="44" name="TextBox 44"/>
          <p:cNvSpPr txBox="1"/>
          <p:nvPr/>
        </p:nvSpPr>
        <p:spPr>
          <a:xfrm>
            <a:off x="271470" y="2773590"/>
            <a:ext cx="28813765" cy="5692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549"/>
              </a:lnSpc>
            </a:pPr>
            <a:r>
              <a:rPr lang="pt-BR" sz="9600" dirty="0"/>
              <a:t>MAYA YOSHIKO YAMAMOTO</a:t>
            </a:r>
          </a:p>
          <a:p>
            <a:pPr algn="ctr">
              <a:lnSpc>
                <a:spcPts val="11549"/>
              </a:lnSpc>
            </a:pPr>
            <a:r>
              <a:rPr lang="it-IT" sz="9600" dirty="0"/>
              <a:t>Aplicativo Mobile + Site – Fisioterapia RPG</a:t>
            </a:r>
          </a:p>
          <a:p>
            <a:pPr algn="ctr">
              <a:lnSpc>
                <a:spcPts val="11549"/>
              </a:lnSpc>
            </a:pPr>
            <a:r>
              <a:rPr lang="it-IT" sz="4800" b="1" dirty="0"/>
              <a:t>Intregrantes: Matheus Canelutti, Vitor Melo,Rikelmy Anacleto, Enzo Ribeiro, Bianca Morais</a:t>
            </a:r>
          </a:p>
          <a:p>
            <a:pPr algn="ctr">
              <a:lnSpc>
                <a:spcPts val="11549"/>
              </a:lnSpc>
            </a:pPr>
            <a:r>
              <a:rPr lang="it-IT" sz="4800" b="1" dirty="0"/>
              <a:t>Nome Dos Professores: Rodrigo, Francisco, Aimar, Jefferson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2879845" y="28799097"/>
            <a:ext cx="10186386" cy="6193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10"/>
              </a:lnSpc>
            </a:pPr>
            <a:r>
              <a:rPr lang="en-US" sz="4762" b="1" spc="179" dirty="0">
                <a:solidFill>
                  <a:srgbClr val="00B05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TECNOLOGIAS UTILIZADAS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6608355" y="9858095"/>
            <a:ext cx="10186386" cy="6193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10"/>
              </a:lnSpc>
            </a:pPr>
            <a:r>
              <a:rPr lang="en-US" sz="4762" b="1" spc="179" dirty="0">
                <a:solidFill>
                  <a:srgbClr val="00B05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RESULTADOS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2644303" y="9858095"/>
            <a:ext cx="10186386" cy="6193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10"/>
              </a:lnSpc>
            </a:pPr>
            <a:r>
              <a:rPr lang="en-US" sz="4762" b="1" spc="179" dirty="0">
                <a:solidFill>
                  <a:srgbClr val="00B05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O</a:t>
            </a:r>
            <a:r>
              <a:rPr lang="en-US" sz="4762" b="1" spc="179" dirty="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 </a:t>
            </a:r>
            <a:r>
              <a:rPr lang="en-US" sz="4762" b="1" spc="179" dirty="0">
                <a:solidFill>
                  <a:srgbClr val="00B05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PROBLEMA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2784060" y="18554360"/>
            <a:ext cx="10186386" cy="6193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10"/>
              </a:lnSpc>
            </a:pPr>
            <a:r>
              <a:rPr lang="en-US" sz="4762" b="1" spc="179" dirty="0">
                <a:solidFill>
                  <a:srgbClr val="00B05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A PROPOSTA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2423752" y="29893191"/>
            <a:ext cx="11897663" cy="93875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pt-BR" sz="3600" dirty="0">
                <a:latin typeface="Arial" panose="020B0604020202020204" pitchFamily="34" charset="0"/>
                <a:cs typeface="Arial" panose="020B0604020202020204" pitchFamily="34" charset="0"/>
              </a:rPr>
              <a:t>Para o desenvolvimento do aplicativo mobile da Clínica de RPG Maya, foram utilizadas as seguintes tecnologias:</a:t>
            </a:r>
          </a:p>
          <a:p>
            <a:endParaRPr lang="pt-BR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3600" b="1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React</a:t>
            </a:r>
            <a:r>
              <a:rPr lang="pt-BR" sz="36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600" b="1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Native</a:t>
            </a:r>
            <a:r>
              <a:rPr lang="pt-BR" sz="36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600" dirty="0">
                <a:latin typeface="Arial" panose="020B0604020202020204" pitchFamily="34" charset="0"/>
                <a:cs typeface="Arial" panose="020B0604020202020204" pitchFamily="34" charset="0"/>
              </a:rPr>
              <a:t>– </a:t>
            </a:r>
            <a:r>
              <a:rPr lang="pt-BR" dirty="0"/>
              <a:t>Com ele, o app funciona tanto no Android quanto no iPhone sem precisar fazer tudo duas vezes — o que poupa muito tempo</a:t>
            </a:r>
            <a:endParaRPr lang="pt-BR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36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Android Studio</a:t>
            </a:r>
            <a:r>
              <a:rPr lang="pt-BR" sz="36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600" dirty="0">
                <a:latin typeface="Arial" panose="020B0604020202020204" pitchFamily="34" charset="0"/>
                <a:cs typeface="Arial" panose="020B0604020202020204" pitchFamily="34" charset="0"/>
              </a:rPr>
              <a:t>– </a:t>
            </a:r>
            <a:r>
              <a:rPr lang="pt-BR" dirty="0"/>
              <a:t>É como ter um celular Android dentro do computador para testar o app enquanto ainda está sendo feito, sem precisar de um aparelho de verdade.</a:t>
            </a:r>
            <a:endParaRPr lang="pt-BR" sz="3600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3600" b="1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Figma</a:t>
            </a:r>
            <a:r>
              <a:rPr lang="pt-BR" sz="36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600" dirty="0">
                <a:latin typeface="Arial" panose="020B0604020202020204" pitchFamily="34" charset="0"/>
                <a:cs typeface="Arial" panose="020B0604020202020204" pitchFamily="34" charset="0"/>
              </a:rPr>
              <a:t>– </a:t>
            </a:r>
            <a:r>
              <a:rPr lang="pt-BR" dirty="0"/>
              <a:t>Usado para desenhar e testar as telas antes de começar a programar, evitando ter que refazer muita coisa depois.</a:t>
            </a:r>
            <a:endParaRPr lang="pt-BR" sz="3600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36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MySQL</a:t>
            </a:r>
            <a:r>
              <a:rPr lang="pt-BR" sz="36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600" dirty="0">
                <a:latin typeface="Arial" panose="020B0604020202020204" pitchFamily="34" charset="0"/>
                <a:cs typeface="Arial" panose="020B0604020202020204" pitchFamily="34" charset="0"/>
              </a:rPr>
              <a:t>– </a:t>
            </a:r>
            <a:r>
              <a:rPr lang="pt-BR" dirty="0"/>
              <a:t>É onde ficam guardadas todas as informações dos pacientes e agendamentos — confiável</a:t>
            </a:r>
            <a:endParaRPr lang="pt-BR" sz="3600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36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Node.js</a:t>
            </a:r>
            <a:r>
              <a:rPr lang="pt-BR" sz="36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600" dirty="0">
                <a:latin typeface="Arial" panose="020B0604020202020204" pitchFamily="34" charset="0"/>
                <a:cs typeface="Arial" panose="020B0604020202020204" pitchFamily="34" charset="0"/>
              </a:rPr>
              <a:t>– </a:t>
            </a:r>
            <a:r>
              <a:rPr lang="pt-BR" sz="3600" dirty="0" err="1">
                <a:latin typeface="Arial" panose="020B0604020202020204" pitchFamily="34" charset="0"/>
                <a:cs typeface="Arial" panose="020B0604020202020204" pitchFamily="34" charset="0"/>
              </a:rPr>
              <a:t>backend</a:t>
            </a:r>
            <a:r>
              <a:rPr lang="pt-BR" sz="3600" dirty="0">
                <a:latin typeface="Arial" panose="020B0604020202020204" pitchFamily="34" charset="0"/>
                <a:cs typeface="Arial" panose="020B0604020202020204" pitchFamily="34" charset="0"/>
              </a:rPr>
              <a:t> e gerenciamento das requisições do app</a:t>
            </a:r>
          </a:p>
          <a:p>
            <a:pPr algn="just">
              <a:lnSpc>
                <a:spcPts val="4802"/>
              </a:lnSpc>
            </a:pPr>
            <a:endParaRPr lang="en-US" sz="3430" dirty="0">
              <a:solidFill>
                <a:srgbClr val="000000"/>
              </a:solidFill>
              <a:latin typeface="Open Sans 2"/>
              <a:ea typeface="Open Sans 2"/>
              <a:cs typeface="Open Sans 2"/>
              <a:sym typeface="Open Sans 2"/>
            </a:endParaRPr>
          </a:p>
        </p:txBody>
      </p:sp>
      <p:sp>
        <p:nvSpPr>
          <p:cNvPr id="54" name="TextBox 54"/>
          <p:cNvSpPr txBox="1"/>
          <p:nvPr/>
        </p:nvSpPr>
        <p:spPr>
          <a:xfrm>
            <a:off x="1595870" y="10992567"/>
            <a:ext cx="12562767" cy="66691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pt-BR" sz="3600" dirty="0">
                <a:latin typeface="Arial" panose="020B0604020202020204" pitchFamily="34" charset="0"/>
                <a:cs typeface="Arial" panose="020B0604020202020204" pitchFamily="34" charset="0"/>
              </a:rPr>
              <a:t>A Clínica de RPG Maya tem dificuldades para organizar seus agendamentos de forma manual, o que causa conflitos de horários e perda de informações dos pacientes.</a:t>
            </a:r>
          </a:p>
          <a:p>
            <a:endParaRPr lang="pt-BR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3600" dirty="0">
                <a:latin typeface="Arial" panose="020B0604020202020204" pitchFamily="34" charset="0"/>
                <a:cs typeface="Arial" panose="020B0604020202020204" pitchFamily="34" charset="0"/>
              </a:rPr>
              <a:t>Sem um sistema digital, o controle dos atendimentos fica desorganizado e sujeito a erros, prejudicando tanto a clínica quanto os pacientes.</a:t>
            </a:r>
          </a:p>
          <a:p>
            <a:endParaRPr lang="pt-BR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3600" dirty="0">
                <a:latin typeface="Arial" panose="020B0604020202020204" pitchFamily="34" charset="0"/>
                <a:cs typeface="Arial" panose="020B0604020202020204" pitchFamily="34" charset="0"/>
              </a:rPr>
              <a:t>Por isso, surgiu a ideia de criar um aplicativo de celular para a Clínica Maya, onde os pacientes possam agendar suas sessões de forma fácil e rápida, a qualquer hora e lugar.</a:t>
            </a:r>
          </a:p>
          <a:p>
            <a:pPr algn="just">
              <a:lnSpc>
                <a:spcPts val="4802"/>
              </a:lnSpc>
            </a:pPr>
            <a:endParaRPr lang="en-US" sz="3430" dirty="0">
              <a:solidFill>
                <a:srgbClr val="000000"/>
              </a:solidFill>
              <a:latin typeface="Open Sans 2"/>
              <a:ea typeface="Open Sans 2"/>
              <a:cs typeface="Open Sans 2"/>
              <a:sym typeface="Open Sans 2"/>
            </a:endParaRPr>
          </a:p>
        </p:txBody>
      </p:sp>
      <p:sp>
        <p:nvSpPr>
          <p:cNvPr id="55" name="TextBox 55"/>
          <p:cNvSpPr txBox="1"/>
          <p:nvPr/>
        </p:nvSpPr>
        <p:spPr>
          <a:xfrm>
            <a:off x="1454116" y="19454436"/>
            <a:ext cx="12562767" cy="83311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pt-BR" sz="3600" dirty="0">
                <a:latin typeface="Arial" panose="020B0604020202020204" pitchFamily="34" charset="0"/>
                <a:cs typeface="Arial" panose="020B0604020202020204" pitchFamily="34" charset="0"/>
              </a:rPr>
              <a:t>A proposta consiste no desenvolvimento de um aplicativo mobile para a Clínica de RPG Maya, criado no Android Studio, com o objetivo de facilitar o agendamento de sessões de forma simples e acessível pelo celular.</a:t>
            </a:r>
          </a:p>
          <a:p>
            <a:endParaRPr lang="pt-BR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3600" dirty="0">
                <a:latin typeface="Arial" panose="020B0604020202020204" pitchFamily="34" charset="0"/>
                <a:cs typeface="Arial" panose="020B0604020202020204" pitchFamily="34" charset="0"/>
              </a:rPr>
              <a:t>O projeto será gerenciado com metodologias ágeis, utilizando o </a:t>
            </a:r>
            <a:r>
              <a:rPr lang="pt-BR" sz="3600" b="1" dirty="0" err="1">
                <a:latin typeface="Arial" panose="020B0604020202020204" pitchFamily="34" charset="0"/>
                <a:cs typeface="Arial" panose="020B0604020202020204" pitchFamily="34" charset="0"/>
              </a:rPr>
              <a:t>Kanban</a:t>
            </a:r>
            <a:r>
              <a:rPr lang="pt-BR" sz="3600" dirty="0">
                <a:latin typeface="Arial" panose="020B0604020202020204" pitchFamily="34" charset="0"/>
                <a:cs typeface="Arial" panose="020B0604020202020204" pitchFamily="34" charset="0"/>
              </a:rPr>
              <a:t> para organizar as tarefas e o </a:t>
            </a:r>
            <a:r>
              <a:rPr lang="pt-BR" sz="3600" b="1" dirty="0">
                <a:latin typeface="Arial" panose="020B0604020202020204" pitchFamily="34" charset="0"/>
                <a:cs typeface="Arial" panose="020B0604020202020204" pitchFamily="34" charset="0"/>
              </a:rPr>
              <a:t>GitHub</a:t>
            </a:r>
            <a:r>
              <a:rPr lang="pt-BR" sz="3600" dirty="0">
                <a:latin typeface="Arial" panose="020B0604020202020204" pitchFamily="34" charset="0"/>
                <a:cs typeface="Arial" panose="020B0604020202020204" pitchFamily="34" charset="0"/>
              </a:rPr>
              <a:t> para controle de versão do código, garantindo um desenvolvimento organizado e eficiente.</a:t>
            </a:r>
          </a:p>
          <a:p>
            <a:endParaRPr lang="pt-BR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3600" dirty="0">
                <a:latin typeface="Arial" panose="020B0604020202020204" pitchFamily="34" charset="0"/>
                <a:cs typeface="Arial" panose="020B0604020202020204" pitchFamily="34" charset="0"/>
              </a:rPr>
              <a:t>O aplicativo permitirá que os pacientes agendem, consultem e cancelem sessões diretamente pelo celular, atendendo às necessidades reais da clínica e melhorando a experiência dos pacientes.</a:t>
            </a:r>
          </a:p>
          <a:p>
            <a:pPr algn="just">
              <a:lnSpc>
                <a:spcPts val="4802"/>
              </a:lnSpc>
            </a:pPr>
            <a:endParaRPr lang="en-US" sz="3430" dirty="0">
              <a:solidFill>
                <a:srgbClr val="000000"/>
              </a:solidFill>
              <a:latin typeface="Open Sans 2"/>
              <a:ea typeface="Open Sans 2"/>
              <a:cs typeface="Open Sans 2"/>
              <a:sym typeface="Open Sans 2"/>
            </a:endParaRPr>
          </a:p>
        </p:txBody>
      </p:sp>
      <p:sp>
        <p:nvSpPr>
          <p:cNvPr id="56" name="TextBox 56"/>
          <p:cNvSpPr txBox="1"/>
          <p:nvPr/>
        </p:nvSpPr>
        <p:spPr>
          <a:xfrm>
            <a:off x="136933" y="39681833"/>
            <a:ext cx="28242690" cy="1712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37"/>
              </a:lnSpc>
            </a:pPr>
            <a:r>
              <a:rPr lang="en-US" sz="4955" b="1" dirty="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SEMANA DE TECNOLOGIA - 2026</a:t>
            </a:r>
          </a:p>
          <a:p>
            <a:pPr algn="ctr">
              <a:lnSpc>
                <a:spcPts val="6937"/>
              </a:lnSpc>
              <a:spcBef>
                <a:spcPct val="0"/>
              </a:spcBef>
            </a:pPr>
            <a:r>
              <a:rPr lang="en-US" sz="4955" dirty="0" err="1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Fundação</a:t>
            </a:r>
            <a:r>
              <a:rPr lang="en-US" sz="4955" dirty="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 Escola de Comércio Álvares Penteado - FECAP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16030887" y="10761492"/>
            <a:ext cx="11904157" cy="88378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3600" b="1" dirty="0">
                <a:solidFill>
                  <a:srgbClr val="00B050"/>
                </a:solidFill>
                <a:latin typeface="Arial" panose="020B0604020202020204" pitchFamily="34" charset="0"/>
                <a:ea typeface="Open Sans 2"/>
                <a:cs typeface="Arial" panose="020B0604020202020204" pitchFamily="34" charset="0"/>
                <a:sym typeface="Open Sans 2"/>
              </a:rPr>
              <a:t>1 - </a:t>
            </a:r>
            <a:r>
              <a:rPr lang="pt-BR" sz="36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Tela de Login funcional</a:t>
            </a:r>
          </a:p>
          <a:p>
            <a:endParaRPr lang="pt-BR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3600" dirty="0">
                <a:latin typeface="Arial" panose="020B0604020202020204" pitchFamily="34" charset="0"/>
                <a:cs typeface="Arial" panose="020B0604020202020204" pitchFamily="34" charset="0"/>
              </a:rPr>
              <a:t>O sistema de autenticação foi implementado com sucesso, permitindo que paciente acessem o aplicativo com segurança, com </a:t>
            </a:r>
            <a:r>
              <a:rPr lang="pt-BR" sz="3600" dirty="0" err="1">
                <a:latin typeface="Arial" panose="020B0604020202020204" pitchFamily="34" charset="0"/>
                <a:cs typeface="Arial" panose="020B0604020202020204" pitchFamily="34" charset="0"/>
              </a:rPr>
              <a:t>backend</a:t>
            </a:r>
            <a:r>
              <a:rPr lang="pt-BR" sz="3600" dirty="0">
                <a:latin typeface="Arial" panose="020B0604020202020204" pitchFamily="34" charset="0"/>
                <a:cs typeface="Arial" panose="020B0604020202020204" pitchFamily="34" charset="0"/>
              </a:rPr>
              <a:t> integrado e validação</a:t>
            </a:r>
            <a:r>
              <a:rPr lang="en-US" sz="343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.</a:t>
            </a:r>
            <a:endParaRPr lang="en-US" sz="3430" dirty="0">
              <a:solidFill>
                <a:srgbClr val="00B050"/>
              </a:solidFill>
              <a:latin typeface="Open Sans 2"/>
              <a:ea typeface="Open Sans 2"/>
              <a:cs typeface="Open Sans 2"/>
              <a:sym typeface="Open Sans 2"/>
            </a:endParaRPr>
          </a:p>
          <a:p>
            <a:r>
              <a:rPr lang="pt-BR" sz="36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Hospedagem do </a:t>
            </a:r>
            <a:r>
              <a:rPr lang="pt-BR" sz="3600" b="1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Backend</a:t>
            </a:r>
            <a:endParaRPr lang="pt-BR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3600" dirty="0">
                <a:latin typeface="Arial" panose="020B0604020202020204" pitchFamily="34" charset="0"/>
                <a:cs typeface="Arial" panose="020B0604020202020204" pitchFamily="34" charset="0"/>
              </a:rPr>
              <a:t>O </a:t>
            </a:r>
            <a:r>
              <a:rPr lang="pt-BR" sz="3600" dirty="0" err="1">
                <a:latin typeface="Arial" panose="020B0604020202020204" pitchFamily="34" charset="0"/>
                <a:cs typeface="Arial" panose="020B0604020202020204" pitchFamily="34" charset="0"/>
              </a:rPr>
              <a:t>backend</a:t>
            </a:r>
            <a:r>
              <a:rPr lang="pt-BR" sz="3600" dirty="0">
                <a:latin typeface="Arial" panose="020B0604020202020204" pitchFamily="34" charset="0"/>
                <a:cs typeface="Arial" panose="020B0604020202020204" pitchFamily="34" charset="0"/>
              </a:rPr>
              <a:t> foi hospedado na nuvem com </a:t>
            </a:r>
            <a:r>
              <a:rPr lang="pt-BR" sz="3600" dirty="0" err="1">
                <a:latin typeface="Arial" panose="020B0604020202020204" pitchFamily="34" charset="0"/>
                <a:cs typeface="Arial" panose="020B0604020202020204" pitchFamily="34" charset="0"/>
              </a:rPr>
              <a:t>Firebase</a:t>
            </a:r>
            <a:r>
              <a:rPr lang="pt-BR" sz="3600" dirty="0">
                <a:latin typeface="Arial" panose="020B0604020202020204" pitchFamily="34" charset="0"/>
                <a:cs typeface="Arial" panose="020B0604020202020204" pitchFamily="34" charset="0"/>
              </a:rPr>
              <a:t> garantindo disponibilidade contínua do serviço e comunicação estável entre o app e o servidor.</a:t>
            </a:r>
          </a:p>
          <a:p>
            <a:r>
              <a:rPr lang="pt-BR" sz="36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Telas funcionando</a:t>
            </a:r>
            <a:endParaRPr lang="pt-BR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3600" dirty="0">
                <a:latin typeface="Arial" panose="020B0604020202020204" pitchFamily="34" charset="0"/>
                <a:cs typeface="Arial" panose="020B0604020202020204" pitchFamily="34" charset="0"/>
              </a:rPr>
              <a:t>As principais telas do aplicativo foram desenvolvidas e estão operacionais, incluindo: login, agendamento de sessões, consulta de horários e cancelamento, atendendo aos requisitos levantados inicialmente.</a:t>
            </a:r>
          </a:p>
          <a:p>
            <a:endParaRPr lang="pt-BR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3430" dirty="0">
              <a:solidFill>
                <a:srgbClr val="000000"/>
              </a:solidFill>
              <a:latin typeface="Open Sans 2"/>
              <a:ea typeface="Open Sans 2"/>
              <a:cs typeface="Open Sans 2"/>
              <a:sym typeface="Open Sans 2"/>
            </a:endParaRPr>
          </a:p>
        </p:txBody>
      </p:sp>
      <p:pic>
        <p:nvPicPr>
          <p:cNvPr id="65" name="Imagem 64" descr="Tool ">
            <a:extLst>
              <a:ext uri="{FF2B5EF4-FFF2-40B4-BE49-F238E27FC236}">
                <a16:creationId xmlns:a16="http://schemas.microsoft.com/office/drawing/2014/main" id="{ED9371F5-A723-1420-464C-4E45318E5D7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263434" y="21951613"/>
            <a:ext cx="228605" cy="228605"/>
          </a:xfrm>
          <a:prstGeom prst="rect">
            <a:avLst/>
          </a:prstGeom>
        </p:spPr>
      </p:pic>
      <p:pic>
        <p:nvPicPr>
          <p:cNvPr id="67" name="Imagem 66">
            <a:extLst>
              <a:ext uri="{FF2B5EF4-FFF2-40B4-BE49-F238E27FC236}">
                <a16:creationId xmlns:a16="http://schemas.microsoft.com/office/drawing/2014/main" id="{53075F06-12D6-19F1-18B3-164BD10912F6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0167" y="34700712"/>
            <a:ext cx="891405" cy="891405"/>
          </a:xfrm>
          <a:prstGeom prst="rect">
            <a:avLst/>
          </a:prstGeom>
        </p:spPr>
      </p:pic>
      <p:pic>
        <p:nvPicPr>
          <p:cNvPr id="69" name="Imagem 68">
            <a:extLst>
              <a:ext uri="{FF2B5EF4-FFF2-40B4-BE49-F238E27FC236}">
                <a16:creationId xmlns:a16="http://schemas.microsoft.com/office/drawing/2014/main" id="{9246EECA-07D9-B139-80A6-1D475AF33316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1884" y="31470190"/>
            <a:ext cx="917265" cy="917265"/>
          </a:xfrm>
          <a:prstGeom prst="rect">
            <a:avLst/>
          </a:prstGeom>
        </p:spPr>
      </p:pic>
      <p:pic>
        <p:nvPicPr>
          <p:cNvPr id="71" name="Imagem 70">
            <a:extLst>
              <a:ext uri="{FF2B5EF4-FFF2-40B4-BE49-F238E27FC236}">
                <a16:creationId xmlns:a16="http://schemas.microsoft.com/office/drawing/2014/main" id="{2EC89B51-6691-83EC-B40F-C2486B419657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8885" y="32936978"/>
            <a:ext cx="863262" cy="863262"/>
          </a:xfrm>
          <a:prstGeom prst="rect">
            <a:avLst/>
          </a:prstGeom>
        </p:spPr>
      </p:pic>
      <p:pic>
        <p:nvPicPr>
          <p:cNvPr id="73" name="Imagem 72">
            <a:extLst>
              <a:ext uri="{FF2B5EF4-FFF2-40B4-BE49-F238E27FC236}">
                <a16:creationId xmlns:a16="http://schemas.microsoft.com/office/drawing/2014/main" id="{05213874-D863-F657-5271-EE01E66DBE1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41320" y="19274755"/>
            <a:ext cx="4206629" cy="8061868"/>
          </a:xfrm>
          <a:prstGeom prst="rect">
            <a:avLst/>
          </a:prstGeom>
        </p:spPr>
      </p:pic>
      <p:pic>
        <p:nvPicPr>
          <p:cNvPr id="75" name="Imagem 74">
            <a:extLst>
              <a:ext uri="{FF2B5EF4-FFF2-40B4-BE49-F238E27FC236}">
                <a16:creationId xmlns:a16="http://schemas.microsoft.com/office/drawing/2014/main" id="{F6C1497C-F13B-5FFB-C414-4EFE09D21A4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43923" y="19134141"/>
            <a:ext cx="4302386" cy="8168445"/>
          </a:xfrm>
          <a:prstGeom prst="rect">
            <a:avLst/>
          </a:prstGeom>
        </p:spPr>
      </p:pic>
      <p:pic>
        <p:nvPicPr>
          <p:cNvPr id="52" name="Imagem 51">
            <a:extLst>
              <a:ext uri="{FF2B5EF4-FFF2-40B4-BE49-F238E27FC236}">
                <a16:creationId xmlns:a16="http://schemas.microsoft.com/office/drawing/2014/main" id="{02EF2DA0-76C3-9103-8792-488F708B6AF1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0167" y="36155139"/>
            <a:ext cx="1053756" cy="1053756"/>
          </a:xfrm>
          <a:prstGeom prst="rect">
            <a:avLst/>
          </a:prstGeom>
        </p:spPr>
      </p:pic>
      <p:sp>
        <p:nvSpPr>
          <p:cNvPr id="59" name="Seta: para a Direita 58">
            <a:extLst>
              <a:ext uri="{FF2B5EF4-FFF2-40B4-BE49-F238E27FC236}">
                <a16:creationId xmlns:a16="http://schemas.microsoft.com/office/drawing/2014/main" id="{1A77306B-0A19-05F2-79AF-14DCCB81071E}"/>
              </a:ext>
            </a:extLst>
          </p:cNvPr>
          <p:cNvSpPr/>
          <p:nvPr/>
        </p:nvSpPr>
        <p:spPr>
          <a:xfrm>
            <a:off x="3878173" y="9858095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accent3"/>
              </a:solidFill>
            </a:endParaRPr>
          </a:p>
        </p:txBody>
      </p:sp>
      <p:sp>
        <p:nvSpPr>
          <p:cNvPr id="60" name="Seta: para a Direita 59">
            <a:extLst>
              <a:ext uri="{FF2B5EF4-FFF2-40B4-BE49-F238E27FC236}">
                <a16:creationId xmlns:a16="http://schemas.microsoft.com/office/drawing/2014/main" id="{BA69A712-5914-6AED-2FB9-11D6A422C4E4}"/>
              </a:ext>
            </a:extLst>
          </p:cNvPr>
          <p:cNvSpPr/>
          <p:nvPr/>
        </p:nvSpPr>
        <p:spPr>
          <a:xfrm>
            <a:off x="17972770" y="9833594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accent3"/>
              </a:solidFill>
            </a:endParaRPr>
          </a:p>
        </p:txBody>
      </p:sp>
      <p:sp>
        <p:nvSpPr>
          <p:cNvPr id="61" name="Seta: para a Direita 60">
            <a:extLst>
              <a:ext uri="{FF2B5EF4-FFF2-40B4-BE49-F238E27FC236}">
                <a16:creationId xmlns:a16="http://schemas.microsoft.com/office/drawing/2014/main" id="{F8EBC8BC-F9C6-C294-EDDC-86FC718A0388}"/>
              </a:ext>
            </a:extLst>
          </p:cNvPr>
          <p:cNvSpPr/>
          <p:nvPr/>
        </p:nvSpPr>
        <p:spPr>
          <a:xfrm>
            <a:off x="3977064" y="18525814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accent3"/>
              </a:solidFill>
            </a:endParaRPr>
          </a:p>
        </p:txBody>
      </p:sp>
      <p:sp>
        <p:nvSpPr>
          <p:cNvPr id="62" name="Seta: para a Direita 61">
            <a:extLst>
              <a:ext uri="{FF2B5EF4-FFF2-40B4-BE49-F238E27FC236}">
                <a16:creationId xmlns:a16="http://schemas.microsoft.com/office/drawing/2014/main" id="{76E46551-30A2-F116-27DD-5E247FE20B03}"/>
              </a:ext>
            </a:extLst>
          </p:cNvPr>
          <p:cNvSpPr/>
          <p:nvPr/>
        </p:nvSpPr>
        <p:spPr>
          <a:xfrm>
            <a:off x="2390641" y="28567489"/>
            <a:ext cx="978408" cy="7990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accent3"/>
              </a:solidFill>
            </a:endParaRPr>
          </a:p>
        </p:txBody>
      </p:sp>
      <p:grpSp>
        <p:nvGrpSpPr>
          <p:cNvPr id="63" name="Group 40">
            <a:extLst>
              <a:ext uri="{FF2B5EF4-FFF2-40B4-BE49-F238E27FC236}">
                <a16:creationId xmlns:a16="http://schemas.microsoft.com/office/drawing/2014/main" id="{1AACF578-C300-44F4-A6D3-C26DEC1105BD}"/>
              </a:ext>
            </a:extLst>
          </p:cNvPr>
          <p:cNvGrpSpPr/>
          <p:nvPr/>
        </p:nvGrpSpPr>
        <p:grpSpPr>
          <a:xfrm rot="-5400000">
            <a:off x="14787849" y="28248371"/>
            <a:ext cx="14331832" cy="13693325"/>
            <a:chOff x="0" y="-47625"/>
            <a:chExt cx="936167" cy="1348764"/>
          </a:xfrm>
        </p:grpSpPr>
        <p:sp>
          <p:nvSpPr>
            <p:cNvPr id="64" name="Freeform 41">
              <a:extLst>
                <a:ext uri="{FF2B5EF4-FFF2-40B4-BE49-F238E27FC236}">
                  <a16:creationId xmlns:a16="http://schemas.microsoft.com/office/drawing/2014/main" id="{F11F60A0-ABA1-42D5-8237-F0F314B003A0}"/>
                </a:ext>
              </a:extLst>
            </p:cNvPr>
            <p:cNvSpPr/>
            <p:nvPr/>
          </p:nvSpPr>
          <p:spPr>
            <a:xfrm>
              <a:off x="244397" y="-15039"/>
              <a:ext cx="691770" cy="1316178"/>
            </a:xfrm>
            <a:custGeom>
              <a:avLst/>
              <a:gdLst/>
              <a:ahLst/>
              <a:cxnLst/>
              <a:rect l="l" t="t" r="r" b="b"/>
              <a:pathLst>
                <a:path w="936167" h="1301139">
                  <a:moveTo>
                    <a:pt x="0" y="0"/>
                  </a:moveTo>
                  <a:lnTo>
                    <a:pt x="936167" y="0"/>
                  </a:lnTo>
                  <a:lnTo>
                    <a:pt x="936167" y="1301139"/>
                  </a:lnTo>
                  <a:lnTo>
                    <a:pt x="0" y="1301139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pt-BR" sz="6769" dirty="0"/>
            </a:p>
          </p:txBody>
        </p:sp>
        <p:sp>
          <p:nvSpPr>
            <p:cNvPr id="66" name="TextBox 42">
              <a:extLst>
                <a:ext uri="{FF2B5EF4-FFF2-40B4-BE49-F238E27FC236}">
                  <a16:creationId xmlns:a16="http://schemas.microsoft.com/office/drawing/2014/main" id="{DFD9544C-FA31-4B02-BB29-8169DD55E70A}"/>
                </a:ext>
              </a:extLst>
            </p:cNvPr>
            <p:cNvSpPr txBox="1"/>
            <p:nvPr/>
          </p:nvSpPr>
          <p:spPr>
            <a:xfrm>
              <a:off x="0" y="-47625"/>
              <a:ext cx="936167" cy="1348764"/>
            </a:xfrm>
            <a:prstGeom prst="rect">
              <a:avLst/>
            </a:prstGeom>
          </p:spPr>
          <p:txBody>
            <a:bodyPr lIns="89001" tIns="89001" rIns="89001" bIns="89001" rtlCol="0" anchor="ctr"/>
            <a:lstStyle/>
            <a:p>
              <a:pPr algn="ctr">
                <a:lnSpc>
                  <a:spcPts val="7596"/>
                </a:lnSpc>
              </a:pPr>
              <a:endParaRPr sz="6769"/>
            </a:p>
          </p:txBody>
        </p:sp>
      </p:grpSp>
      <p:sp>
        <p:nvSpPr>
          <p:cNvPr id="27" name="Retângulo 26">
            <a:extLst>
              <a:ext uri="{FF2B5EF4-FFF2-40B4-BE49-F238E27FC236}">
                <a16:creationId xmlns:a16="http://schemas.microsoft.com/office/drawing/2014/main" id="{0FC8469C-1EC8-4591-A6FA-62893C38E108}"/>
              </a:ext>
            </a:extLst>
          </p:cNvPr>
          <p:cNvSpPr/>
          <p:nvPr/>
        </p:nvSpPr>
        <p:spPr>
          <a:xfrm>
            <a:off x="20013336" y="28482068"/>
            <a:ext cx="4039119" cy="71295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ts val="4810"/>
              </a:lnSpc>
            </a:pPr>
            <a:r>
              <a:rPr lang="en-US" sz="4800" b="1" spc="179" dirty="0" err="1">
                <a:solidFill>
                  <a:srgbClr val="00B05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Referencias</a:t>
            </a:r>
            <a:endParaRPr lang="en-US" sz="4800" b="1" spc="179" dirty="0">
              <a:solidFill>
                <a:srgbClr val="00B050"/>
              </a:solidFill>
              <a:latin typeface="Open Sans 1 Bold"/>
              <a:ea typeface="Open Sans 1 Bold"/>
              <a:cs typeface="Open Sans 1 Bold"/>
              <a:sym typeface="Open Sans 1 Bold"/>
            </a:endParaRPr>
          </a:p>
        </p:txBody>
      </p:sp>
      <p:sp>
        <p:nvSpPr>
          <p:cNvPr id="79" name="Seta: para a Direita 78">
            <a:extLst>
              <a:ext uri="{FF2B5EF4-FFF2-40B4-BE49-F238E27FC236}">
                <a16:creationId xmlns:a16="http://schemas.microsoft.com/office/drawing/2014/main" id="{12BF00DB-EE74-47C8-A935-B10C9A1B5DD4}"/>
              </a:ext>
            </a:extLst>
          </p:cNvPr>
          <p:cNvSpPr/>
          <p:nvPr/>
        </p:nvSpPr>
        <p:spPr>
          <a:xfrm>
            <a:off x="18497083" y="28465859"/>
            <a:ext cx="978408" cy="71295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accent3"/>
              </a:solidFill>
            </a:endParaRPr>
          </a:p>
        </p:txBody>
      </p:sp>
      <p:pic>
        <p:nvPicPr>
          <p:cNvPr id="29" name="Imagem 28">
            <a:extLst>
              <a:ext uri="{FF2B5EF4-FFF2-40B4-BE49-F238E27FC236}">
                <a16:creationId xmlns:a16="http://schemas.microsoft.com/office/drawing/2014/main" id="{6A86DE77-76BC-46D8-9987-3B265678BD99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7770" y="37448219"/>
            <a:ext cx="857042" cy="857042"/>
          </a:xfrm>
          <a:prstGeom prst="rect">
            <a:avLst/>
          </a:prstGeom>
        </p:spPr>
      </p:pic>
      <p:sp>
        <p:nvSpPr>
          <p:cNvPr id="31" name="Retângulo 30">
            <a:extLst>
              <a:ext uri="{FF2B5EF4-FFF2-40B4-BE49-F238E27FC236}">
                <a16:creationId xmlns:a16="http://schemas.microsoft.com/office/drawing/2014/main" id="{F33808A0-49C3-490E-BB93-14113D900B48}"/>
              </a:ext>
            </a:extLst>
          </p:cNvPr>
          <p:cNvSpPr/>
          <p:nvPr/>
        </p:nvSpPr>
        <p:spPr>
          <a:xfrm>
            <a:off x="16047123" y="34981576"/>
            <a:ext cx="11971547" cy="118558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>
                <a:solidFill>
                  <a:srgbClr val="3D3D3A"/>
                </a:solidFill>
                <a:latin typeface="Courier New" panose="02070309020205020404" pitchFamily="49" charset="0"/>
                <a:hlinkClick r:id="rId15"/>
              </a:rPr>
              <a:t>https://www.youtube.com/watch?v=sAdy1afiwSw</a:t>
            </a:r>
            <a:endParaRPr lang="pt-BR" dirty="0">
              <a:solidFill>
                <a:srgbClr val="3D3D3A"/>
              </a:solidFill>
              <a:latin typeface="Courier New" panose="02070309020205020404" pitchFamily="49" charset="0"/>
            </a:endParaRPr>
          </a:p>
          <a:p>
            <a:endParaRPr lang="pt-BR" dirty="0">
              <a:solidFill>
                <a:srgbClr val="3D3D3A"/>
              </a:solidFill>
              <a:latin typeface="Courier New" panose="02070309020205020404" pitchFamily="49" charset="0"/>
            </a:endParaRPr>
          </a:p>
        </p:txBody>
      </p:sp>
      <p:sp>
        <p:nvSpPr>
          <p:cNvPr id="35" name="Retângulo 34">
            <a:extLst>
              <a:ext uri="{FF2B5EF4-FFF2-40B4-BE49-F238E27FC236}">
                <a16:creationId xmlns:a16="http://schemas.microsoft.com/office/drawing/2014/main" id="{CA526A8D-E0EA-4E6A-B130-6F540689CB43}"/>
              </a:ext>
            </a:extLst>
          </p:cNvPr>
          <p:cNvSpPr/>
          <p:nvPr/>
        </p:nvSpPr>
        <p:spPr>
          <a:xfrm>
            <a:off x="16030887" y="36041186"/>
            <a:ext cx="13100370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4400" dirty="0">
                <a:hlinkClick r:id="rId16"/>
              </a:rPr>
              <a:t>https://www.</a:t>
            </a:r>
            <a:r>
              <a:rPr lang="pt-BR" sz="4000" dirty="0">
                <a:hlinkClick r:id="rId16"/>
              </a:rPr>
              <a:t>youtube</a:t>
            </a:r>
            <a:r>
              <a:rPr lang="pt-BR" sz="4400" dirty="0">
                <a:hlinkClick r:id="rId16"/>
              </a:rPr>
              <a:t>.com/watch?v=XakoSN63jns</a:t>
            </a:r>
            <a:endParaRPr lang="pt-BR" sz="4400" dirty="0"/>
          </a:p>
          <a:p>
            <a:endParaRPr lang="pt-BR" sz="4400" dirty="0"/>
          </a:p>
        </p:txBody>
      </p:sp>
      <p:sp>
        <p:nvSpPr>
          <p:cNvPr id="45" name="Retângulo 44">
            <a:extLst>
              <a:ext uri="{FF2B5EF4-FFF2-40B4-BE49-F238E27FC236}">
                <a16:creationId xmlns:a16="http://schemas.microsoft.com/office/drawing/2014/main" id="{EE935650-CB17-4CFE-BA00-5E60E789A3FD}"/>
              </a:ext>
            </a:extLst>
          </p:cNvPr>
          <p:cNvSpPr/>
          <p:nvPr/>
        </p:nvSpPr>
        <p:spPr>
          <a:xfrm>
            <a:off x="15997191" y="31629508"/>
            <a:ext cx="11971547" cy="118558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>
                <a:solidFill>
                  <a:srgbClr val="3D3D3A"/>
                </a:solidFill>
                <a:latin typeface="Courier New" panose="02070309020205020404" pitchFamily="49" charset="0"/>
                <a:hlinkClick r:id="rId17"/>
              </a:rPr>
              <a:t>https://www.youtube.com/watch?v=ciqaZ5A9HXk</a:t>
            </a:r>
            <a:endParaRPr lang="pt-BR" dirty="0">
              <a:solidFill>
                <a:srgbClr val="3D3D3A"/>
              </a:solidFill>
              <a:latin typeface="Courier New" panose="02070309020205020404" pitchFamily="49" charset="0"/>
            </a:endParaRPr>
          </a:p>
          <a:p>
            <a:endParaRPr lang="pt-BR" dirty="0"/>
          </a:p>
        </p:txBody>
      </p:sp>
      <p:sp>
        <p:nvSpPr>
          <p:cNvPr id="46" name="Retângulo 45">
            <a:extLst>
              <a:ext uri="{FF2B5EF4-FFF2-40B4-BE49-F238E27FC236}">
                <a16:creationId xmlns:a16="http://schemas.microsoft.com/office/drawing/2014/main" id="{77B61252-2691-4E0D-99BE-B06988B396E0}"/>
              </a:ext>
            </a:extLst>
          </p:cNvPr>
          <p:cNvSpPr/>
          <p:nvPr/>
        </p:nvSpPr>
        <p:spPr>
          <a:xfrm>
            <a:off x="16030887" y="32781296"/>
            <a:ext cx="11971547" cy="118558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>
                <a:solidFill>
                  <a:srgbClr val="3D3D3A"/>
                </a:solidFill>
                <a:latin typeface="Courier New" panose="02070309020205020404" pitchFamily="49" charset="0"/>
                <a:hlinkClick r:id="rId18"/>
              </a:rPr>
              <a:t>https://www.youtube.com/watch?v=3AgOnfaV5R8</a:t>
            </a:r>
            <a:endParaRPr lang="pt-BR" dirty="0">
              <a:solidFill>
                <a:srgbClr val="3D3D3A"/>
              </a:solidFill>
              <a:latin typeface="Courier New" panose="02070309020205020404" pitchFamily="49" charset="0"/>
            </a:endParaRPr>
          </a:p>
          <a:p>
            <a:endParaRPr lang="pt-BR" dirty="0"/>
          </a:p>
        </p:txBody>
      </p:sp>
      <p:sp>
        <p:nvSpPr>
          <p:cNvPr id="47" name="Retângulo 46">
            <a:extLst>
              <a:ext uri="{FF2B5EF4-FFF2-40B4-BE49-F238E27FC236}">
                <a16:creationId xmlns:a16="http://schemas.microsoft.com/office/drawing/2014/main" id="{7C1A793E-16EB-47F0-88EC-E70D36BD0116}"/>
              </a:ext>
            </a:extLst>
          </p:cNvPr>
          <p:cNvSpPr/>
          <p:nvPr/>
        </p:nvSpPr>
        <p:spPr>
          <a:xfrm>
            <a:off x="16047123" y="33840905"/>
            <a:ext cx="11971547" cy="118558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>
                <a:solidFill>
                  <a:srgbClr val="3D3D3A"/>
                </a:solidFill>
                <a:latin typeface="Courier New" panose="02070309020205020404" pitchFamily="49" charset="0"/>
                <a:hlinkClick r:id="rId19"/>
              </a:rPr>
              <a:t>https://www.youtube.com/watch?v=5U2Sxj8AEks</a:t>
            </a:r>
            <a:endParaRPr lang="pt-BR" dirty="0">
              <a:solidFill>
                <a:srgbClr val="3D3D3A"/>
              </a:solidFill>
              <a:latin typeface="Courier New" panose="02070309020205020404" pitchFamily="49" charset="0"/>
            </a:endParaRPr>
          </a:p>
          <a:p>
            <a:endParaRPr lang="pt-BR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622</TotalTime>
  <Words>529</Words>
  <Application>Microsoft Office PowerPoint</Application>
  <PresentationFormat>Personalizar</PresentationFormat>
  <Paragraphs>42</Paragraphs>
  <Slides>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9" baseType="lpstr">
      <vt:lpstr>Open Sans 2</vt:lpstr>
      <vt:lpstr>Open Sans 1</vt:lpstr>
      <vt:lpstr>Calibri</vt:lpstr>
      <vt:lpstr>Arial</vt:lpstr>
      <vt:lpstr>Open Sans 1 Bold</vt:lpstr>
      <vt:lpstr>Aptos</vt:lpstr>
      <vt:lpstr>Courier New</vt:lpstr>
      <vt:lpstr>Office Theme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MODELO POSTER FECAP</dc:title>
  <dc:creator>ASUS</dc:creator>
  <cp:lastModifiedBy>Matheus Canelutti Lacerda de Lima</cp:lastModifiedBy>
  <cp:revision>13</cp:revision>
  <dcterms:created xsi:type="dcterms:W3CDTF">2006-08-16T00:00:00Z</dcterms:created>
  <dcterms:modified xsi:type="dcterms:W3CDTF">2026-05-08T00:53:23Z</dcterms:modified>
  <dc:identifier>DAHA7VomhzE</dc:identifier>
</cp:coreProperties>
</file>