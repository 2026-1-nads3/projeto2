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Open Sans 1" panose="020B0604020202020204" charset="0"/>
      <p:regular r:id="rId8"/>
    </p:embeddedFont>
    <p:embeddedFont>
      <p:font typeface="Open Sans 1 Bold" panose="020B0604020202020204" charset="0"/>
      <p:regular r:id="rId9"/>
    </p:embeddedFont>
    <p:embeddedFont>
      <p:font typeface="Open Sans 2" panose="020B0604020202020204" charset="0"/>
      <p:regular r:id="rId10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26" autoAdjust="0"/>
  </p:normalViewPr>
  <p:slideViewPr>
    <p:cSldViewPr>
      <p:cViewPr>
        <p:scale>
          <a:sx n="19" d="100"/>
          <a:sy n="19" d="100"/>
        </p:scale>
        <p:origin x="1878" y="-498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BBBAF-699E-4200-B9C7-C95B32A3648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D5CE3-BF17-43D1-B909-7EF3136DE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60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D5CE3-BF17-43D1-B909-7EF3136DEE9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3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hyperlink" Target="https://www.youtube.com/watch?v=3AgOnfaV5R8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hyperlink" Target="https://www.youtube.com/watch?v=ciqaZ5A9HXk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youtube.com/watch?v=XakoSN63jn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hyperlink" Target="https://www.youtube.com/watch?v=sAdy1afiwSw" TargetMode="External"/><Relationship Id="rId10" Type="http://schemas.openxmlformats.org/officeDocument/2006/relationships/image" Target="../media/image8.png"/><Relationship Id="rId19" Type="http://schemas.openxmlformats.org/officeDocument/2006/relationships/hyperlink" Target="https://www.youtube.com/watch?v=5U2Sxj8AEks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521156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1" y="29317923"/>
            <a:ext cx="2952115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20" y="21516783"/>
            <a:ext cx="29521157" cy="9405862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4"/>
            <a:ext cx="29521157" cy="8051269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521156" cy="9278584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75496" y="-697570"/>
            <a:ext cx="29602705" cy="10296470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2881174" y="11838784"/>
            <a:ext cx="18476014" cy="13362492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>
                <a:highlight>
                  <a:srgbClr val="00FFFF"/>
                </a:highlight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>
                <a:highlight>
                  <a:srgbClr val="00FFFF"/>
                </a:highlight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8361" y="27758037"/>
            <a:ext cx="13848539" cy="11057199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32" name="Freeform 32"/>
          <p:cNvSpPr/>
          <p:nvPr/>
        </p:nvSpPr>
        <p:spPr>
          <a:xfrm>
            <a:off x="-768557" y="249486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-9486327" y="-1856098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 dirty="0">
              <a:solidFill>
                <a:srgbClr val="00B050"/>
              </a:solidFill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21151238" y="9916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14599732" y="-4501231"/>
            <a:ext cx="13106312" cy="40749053"/>
            <a:chOff x="0" y="-2504764"/>
            <a:chExt cx="1231403" cy="3805903"/>
          </a:xfrm>
        </p:grpSpPr>
        <p:sp>
          <p:nvSpPr>
            <p:cNvPr id="38" name="Freeform 38"/>
            <p:cNvSpPr/>
            <p:nvPr/>
          </p:nvSpPr>
          <p:spPr>
            <a:xfrm>
              <a:off x="447666" y="-2504764"/>
              <a:ext cx="783737" cy="1293434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000" dirty="0">
                <a:highlight>
                  <a:srgbClr val="008000"/>
                </a:highlight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000">
                <a:highlight>
                  <a:srgbClr val="008000"/>
                </a:highlight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941402" y="15791799"/>
            <a:ext cx="9522460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3829498" y="38148033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271470" y="2773590"/>
            <a:ext cx="28813765" cy="569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pt-BR" sz="9600" dirty="0"/>
              <a:t>MAYA YOSHIKO YAMAMOTO</a:t>
            </a:r>
          </a:p>
          <a:p>
            <a:pPr algn="ctr">
              <a:lnSpc>
                <a:spcPts val="11549"/>
              </a:lnSpc>
            </a:pPr>
            <a:r>
              <a:rPr lang="it-IT" sz="9600" dirty="0"/>
              <a:t>Aplicativo Mobile + Site – Fisioterapia RPG</a:t>
            </a:r>
          </a:p>
          <a:p>
            <a:pPr algn="ctr">
              <a:lnSpc>
                <a:spcPts val="11549"/>
              </a:lnSpc>
            </a:pPr>
            <a:endParaRPr lang="it-IT" sz="9600" dirty="0"/>
          </a:p>
          <a:p>
            <a:pPr algn="ctr">
              <a:lnSpc>
                <a:spcPts val="11549"/>
              </a:lnSpc>
            </a:pPr>
            <a:r>
              <a:rPr lang="it-IT" sz="4800" b="1" dirty="0"/>
              <a:t>Intregrantes: Matheus canelutti, Vitor melo,Rikelmy anacleto, Enzo ribeiro, Bianca morais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79845" y="2879909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</a:t>
            </a: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84060" y="18554360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23752" y="29893191"/>
            <a:ext cx="11897663" cy="9387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do aplicativo mobile da Clínica de RPG Maya, foram utilizadas as seguintes tecnologias: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Com ele, o app funciona tanto no Android quanto no iPhone sem precisar fazer tudo duas vezes — o que poupa muito tempo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Studio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É como ter um celular Android dentro do computador para testar o app enquanto ainda está sendo feito, sem precisar de um aparelho de verdade.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Usado para desenhar e testar as telas antes de começar a programar, evitando ter que refazer muita coisa depois.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É onde ficam guardadas todas as informações dos pacientes e agendamentos — confiável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e gerenciamento das requisições do app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992567"/>
            <a:ext cx="12562767" cy="666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Clínica de RPG Maya tem dificuldades para organizar seus agendamentos de forma manual, o que causa conflitos de horários e perda de informações dos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Sem um sistema digital, o controle dos atendimentos fica desorganizado e sujeito a erros, prejudicando tanto a clínica quanto 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Por isso, surgiu a ideia de criar um aplicativo de celular para a Clínica Maya, onde os pacientes possam agendar suas sessões de forma fácil e rápida, a qualquer hora e lugar.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454116" y="19454436"/>
            <a:ext cx="12562767" cy="833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proposta consiste no desenvolvimento de um aplicativo mobile para a Clínica de RPG Maya, criado no Android Studio, com o objetivo de facilitar o agendamento de sessões de forma simples e acessível pelo celular.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projeto será gerenciado com metodologias ágeis, utilizando o </a:t>
            </a:r>
            <a:r>
              <a:rPr lang="pt-B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organizar as tarefas e o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controle de versão do código, garantindo um desenvolvimento organizado e eficiente.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aplicativo permitirá que os pacientes agendem, consultem e cancelem sessões diretamente pelo celular, atendendo às necessidades reais da clínica e melhorando a experiência dos pacientes.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030887" y="10761492"/>
            <a:ext cx="11904157" cy="883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Open Sans 2"/>
                <a:cs typeface="Arial" panose="020B0604020202020204" pitchFamily="34" charset="0"/>
                <a:sym typeface="Open Sans 2"/>
              </a:rPr>
              <a:t>1 - 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 de Login funcional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sistema de autenticação foi implementado com sucesso, permitindo que paciente acessem o aplicativo com segurança,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integrado e validação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en-US" sz="3430" dirty="0">
              <a:solidFill>
                <a:srgbClr val="00B05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Hospedagem do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foi hospedado na nuvem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garantindo disponibilidade contínua do serviço e comunicação estável entre o app e o servidor.</a:t>
            </a: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Telas funcionando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As principais telas do aplicativo foram desenvolvidas e estão operacionais, incluindo: login, agendamento de sessões, consulta de horários e cancelamento, atendendo aos requisitos levantados inicialmente.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65" name="Imagem 64" descr="Tool ">
            <a:extLst>
              <a:ext uri="{FF2B5EF4-FFF2-40B4-BE49-F238E27FC236}">
                <a16:creationId xmlns:a16="http://schemas.microsoft.com/office/drawing/2014/main" id="{ED9371F5-A723-1420-464C-4E45318E5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3434" y="21951613"/>
            <a:ext cx="228605" cy="228605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53075F06-12D6-19F1-18B3-164BD10912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67" y="34700712"/>
            <a:ext cx="891405" cy="891405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9246EECA-07D9-B139-80A6-1D475AF333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84" y="31470190"/>
            <a:ext cx="917265" cy="917265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2EC89B51-6691-83EC-B40F-C2486B4196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5" y="32936978"/>
            <a:ext cx="863262" cy="863262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05213874-D863-F657-5271-EE01E66DBE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1320" y="19274755"/>
            <a:ext cx="4206629" cy="8061868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F6C1497C-F13B-5FFB-C414-4EFE09D21A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3923" y="19134141"/>
            <a:ext cx="4302386" cy="8168445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02EF2DA0-76C3-9103-8792-488F708B6AF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67" y="36155139"/>
            <a:ext cx="1053756" cy="1053756"/>
          </a:xfrm>
          <a:prstGeom prst="rect">
            <a:avLst/>
          </a:prstGeom>
        </p:spPr>
      </p:pic>
      <p:sp>
        <p:nvSpPr>
          <p:cNvPr id="59" name="Seta: para a Direita 58">
            <a:extLst>
              <a:ext uri="{FF2B5EF4-FFF2-40B4-BE49-F238E27FC236}">
                <a16:creationId xmlns:a16="http://schemas.microsoft.com/office/drawing/2014/main" id="{1A77306B-0A19-05F2-79AF-14DCCB81071E}"/>
              </a:ext>
            </a:extLst>
          </p:cNvPr>
          <p:cNvSpPr/>
          <p:nvPr/>
        </p:nvSpPr>
        <p:spPr>
          <a:xfrm>
            <a:off x="3878173" y="985809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BA69A712-5914-6AED-2FB9-11D6A422C4E4}"/>
              </a:ext>
            </a:extLst>
          </p:cNvPr>
          <p:cNvSpPr/>
          <p:nvPr/>
        </p:nvSpPr>
        <p:spPr>
          <a:xfrm>
            <a:off x="17972770" y="983359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1" name="Seta: para a Direita 60">
            <a:extLst>
              <a:ext uri="{FF2B5EF4-FFF2-40B4-BE49-F238E27FC236}">
                <a16:creationId xmlns:a16="http://schemas.microsoft.com/office/drawing/2014/main" id="{F8EBC8BC-F9C6-C294-EDDC-86FC718A0388}"/>
              </a:ext>
            </a:extLst>
          </p:cNvPr>
          <p:cNvSpPr/>
          <p:nvPr/>
        </p:nvSpPr>
        <p:spPr>
          <a:xfrm>
            <a:off x="3977064" y="185258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2" name="Seta: para a Direita 61">
            <a:extLst>
              <a:ext uri="{FF2B5EF4-FFF2-40B4-BE49-F238E27FC236}">
                <a16:creationId xmlns:a16="http://schemas.microsoft.com/office/drawing/2014/main" id="{76E46551-30A2-F116-27DD-5E247FE20B03}"/>
              </a:ext>
            </a:extLst>
          </p:cNvPr>
          <p:cNvSpPr/>
          <p:nvPr/>
        </p:nvSpPr>
        <p:spPr>
          <a:xfrm>
            <a:off x="2390641" y="28567489"/>
            <a:ext cx="978408" cy="79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grpSp>
        <p:nvGrpSpPr>
          <p:cNvPr id="63" name="Group 40">
            <a:extLst>
              <a:ext uri="{FF2B5EF4-FFF2-40B4-BE49-F238E27FC236}">
                <a16:creationId xmlns:a16="http://schemas.microsoft.com/office/drawing/2014/main" id="{1AACF578-C300-44F4-A6D3-C26DEC1105BD}"/>
              </a:ext>
            </a:extLst>
          </p:cNvPr>
          <p:cNvGrpSpPr/>
          <p:nvPr/>
        </p:nvGrpSpPr>
        <p:grpSpPr>
          <a:xfrm rot="-5400000">
            <a:off x="14787849" y="28248371"/>
            <a:ext cx="14331832" cy="13693325"/>
            <a:chOff x="0" y="-47625"/>
            <a:chExt cx="936167" cy="1348764"/>
          </a:xfrm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F11F60A0-ABA1-42D5-8237-F0F314B003A0}"/>
                </a:ext>
              </a:extLst>
            </p:cNvPr>
            <p:cNvSpPr/>
            <p:nvPr/>
          </p:nvSpPr>
          <p:spPr>
            <a:xfrm>
              <a:off x="244397" y="-15039"/>
              <a:ext cx="691770" cy="1316178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DFD9544C-FA31-4B02-BB29-8169DD55E70A}"/>
                </a:ext>
              </a:extLst>
            </p:cNvPr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27" name="Retângulo 26">
            <a:extLst>
              <a:ext uri="{FF2B5EF4-FFF2-40B4-BE49-F238E27FC236}">
                <a16:creationId xmlns:a16="http://schemas.microsoft.com/office/drawing/2014/main" id="{0FC8469C-1EC8-4591-A6FA-62893C38E108}"/>
              </a:ext>
            </a:extLst>
          </p:cNvPr>
          <p:cNvSpPr/>
          <p:nvPr/>
        </p:nvSpPr>
        <p:spPr>
          <a:xfrm>
            <a:off x="20013336" y="28482068"/>
            <a:ext cx="4039119" cy="7129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 err="1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Referencias</a:t>
            </a:r>
            <a:endParaRPr lang="en-US" sz="4800" b="1" spc="179" dirty="0">
              <a:solidFill>
                <a:srgbClr val="00B05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79" name="Seta: para a Direita 78">
            <a:extLst>
              <a:ext uri="{FF2B5EF4-FFF2-40B4-BE49-F238E27FC236}">
                <a16:creationId xmlns:a16="http://schemas.microsoft.com/office/drawing/2014/main" id="{12BF00DB-EE74-47C8-A935-B10C9A1B5DD4}"/>
              </a:ext>
            </a:extLst>
          </p:cNvPr>
          <p:cNvSpPr/>
          <p:nvPr/>
        </p:nvSpPr>
        <p:spPr>
          <a:xfrm>
            <a:off x="18497083" y="28465859"/>
            <a:ext cx="978408" cy="712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6A86DE77-76BC-46D8-9987-3B265678BD9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70" y="37448219"/>
            <a:ext cx="857042" cy="857042"/>
          </a:xfrm>
          <a:prstGeom prst="rect">
            <a:avLst/>
          </a:prstGeom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F33808A0-49C3-490E-BB93-14113D900B48}"/>
              </a:ext>
            </a:extLst>
          </p:cNvPr>
          <p:cNvSpPr/>
          <p:nvPr/>
        </p:nvSpPr>
        <p:spPr>
          <a:xfrm>
            <a:off x="16047123" y="34981576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5"/>
              </a:rPr>
              <a:t>https://www.youtube.com/watch?v=sAdy1afiwSw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A526A8D-E0EA-4E6A-B130-6F540689CB43}"/>
              </a:ext>
            </a:extLst>
          </p:cNvPr>
          <p:cNvSpPr/>
          <p:nvPr/>
        </p:nvSpPr>
        <p:spPr>
          <a:xfrm>
            <a:off x="16030887" y="36041186"/>
            <a:ext cx="1310037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dirty="0">
                <a:hlinkClick r:id="rId16"/>
              </a:rPr>
              <a:t>https://www.</a:t>
            </a:r>
            <a:r>
              <a:rPr lang="pt-BR" sz="4000" dirty="0">
                <a:hlinkClick r:id="rId16"/>
              </a:rPr>
              <a:t>youtube</a:t>
            </a:r>
            <a:r>
              <a:rPr lang="pt-BR" sz="4400" dirty="0">
                <a:hlinkClick r:id="rId16"/>
              </a:rPr>
              <a:t>.com/watch?v=XakoSN63jns</a:t>
            </a:r>
            <a:endParaRPr lang="pt-BR" sz="4400" dirty="0"/>
          </a:p>
          <a:p>
            <a:endParaRPr lang="pt-BR" sz="4400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E935650-CB17-4CFE-BA00-5E60E789A3FD}"/>
              </a:ext>
            </a:extLst>
          </p:cNvPr>
          <p:cNvSpPr/>
          <p:nvPr/>
        </p:nvSpPr>
        <p:spPr>
          <a:xfrm>
            <a:off x="15997191" y="31629508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7"/>
              </a:rPr>
              <a:t>https://www.youtube.com/watch?v=ciqaZ5A9HXk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77B61252-2691-4E0D-99BE-B06988B396E0}"/>
              </a:ext>
            </a:extLst>
          </p:cNvPr>
          <p:cNvSpPr/>
          <p:nvPr/>
        </p:nvSpPr>
        <p:spPr>
          <a:xfrm>
            <a:off x="16030887" y="32781296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8"/>
              </a:rPr>
              <a:t>https://www.youtube.com/watch?v=3AgOnfaV5R8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C1A793E-16EB-47F0-88EC-E70D36BD0116}"/>
              </a:ext>
            </a:extLst>
          </p:cNvPr>
          <p:cNvSpPr/>
          <p:nvPr/>
        </p:nvSpPr>
        <p:spPr>
          <a:xfrm>
            <a:off x="16047123" y="33840905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9"/>
              </a:rPr>
              <a:t>https://www.youtube.com/watch?v=5U2Sxj8AEks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518</Words>
  <Application>Microsoft Office PowerPoint</Application>
  <PresentationFormat>Personalizar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Calibri</vt:lpstr>
      <vt:lpstr>Open Sans 1</vt:lpstr>
      <vt:lpstr>Arial</vt:lpstr>
      <vt:lpstr>Open Sans 2</vt:lpstr>
      <vt:lpstr>Open Sans 1 Bold</vt:lpstr>
      <vt:lpstr>Aptos</vt:lpstr>
      <vt:lpstr>Courier New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ASUS</dc:creator>
  <cp:lastModifiedBy>Matheus Canelutti Lacerda de Lima</cp:lastModifiedBy>
  <cp:revision>12</cp:revision>
  <dcterms:created xsi:type="dcterms:W3CDTF">2006-08-16T00:00:00Z</dcterms:created>
  <dcterms:modified xsi:type="dcterms:W3CDTF">2026-05-08T00:32:24Z</dcterms:modified>
  <dc:identifier>DAHA7VomhzE</dc:identifier>
</cp:coreProperties>
</file>