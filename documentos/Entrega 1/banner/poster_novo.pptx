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 1" panose="020B0604020202020204" charset="0"/>
      <p:regular r:id="rId4"/>
    </p:embeddedFont>
    <p:embeddedFont>
      <p:font typeface="Open Sans 1 Bold" panose="020B0604020202020204" charset="0"/>
      <p:regular r:id="rId5"/>
    </p:embeddedFont>
    <p:embeddedFont>
      <p:font typeface="Open Sans 2" panose="020B0604020202020204" charset="0"/>
      <p:regular r:id="rId6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326" autoAdjust="0"/>
  </p:normalViewPr>
  <p:slideViewPr>
    <p:cSldViewPr>
      <p:cViewPr>
        <p:scale>
          <a:sx n="22" d="100"/>
          <a:sy n="22" d="100"/>
        </p:scale>
        <p:origin x="1786" y="-250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BBBAF-699E-4200-B9C7-C95B32A3648A}" type="datetimeFigureOut">
              <a:rPr lang="pt-BR" smtClean="0"/>
              <a:t>03/05/2026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D5CE3-BF17-43D1-B909-7EF3136DEE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60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D5CE3-BF17-43D1-B909-7EF3136DEE9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3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521156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4721" y="29317923"/>
            <a:ext cx="2952115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20" y="21516783"/>
            <a:ext cx="29521157" cy="9405862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4"/>
            <a:ext cx="29521157" cy="8051269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521156" cy="9278584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16270" y="-652584"/>
            <a:ext cx="29602705" cy="10296470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4407082" y="10312876"/>
            <a:ext cx="14588933" cy="12527228"/>
            <a:chOff x="0" y="0"/>
            <a:chExt cx="1922704" cy="117699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>
                <a:highlight>
                  <a:srgbClr val="00FFFF"/>
                </a:highlight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>
                <a:highlight>
                  <a:srgbClr val="00FFFF"/>
                </a:highlight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8712" y="30349765"/>
            <a:ext cx="13848538" cy="8728488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-8790768" y="-4874914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8959"/>
            </a:stretch>
          </a:blipFill>
        </p:spPr>
        <p:txBody>
          <a:bodyPr/>
          <a:lstStyle/>
          <a:p>
            <a:endParaRPr lang="pt-BR" sz="6769" dirty="0">
              <a:solidFill>
                <a:srgbClr val="00B050"/>
              </a:solidFill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14643242" y="-4457720"/>
            <a:ext cx="13106312" cy="40662032"/>
            <a:chOff x="0" y="-2504764"/>
            <a:chExt cx="1231403" cy="3805903"/>
          </a:xfrm>
        </p:grpSpPr>
        <p:sp>
          <p:nvSpPr>
            <p:cNvPr id="38" name="Freeform 38"/>
            <p:cNvSpPr/>
            <p:nvPr/>
          </p:nvSpPr>
          <p:spPr>
            <a:xfrm>
              <a:off x="272423" y="-2504764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000" dirty="0">
                <a:highlight>
                  <a:srgbClr val="008000"/>
                </a:highlight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000">
                <a:highlight>
                  <a:srgbClr val="008000"/>
                </a:highlight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2915458" y="18010912"/>
            <a:ext cx="99639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3829498" y="38148033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294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pt-BR" sz="9600" dirty="0"/>
              <a:t>MAYA YOSHIKO YAMAMOTO</a:t>
            </a:r>
          </a:p>
          <a:p>
            <a:pPr algn="ctr">
              <a:lnSpc>
                <a:spcPts val="11549"/>
              </a:lnSpc>
            </a:pPr>
            <a:r>
              <a:rPr lang="it-IT" sz="9600" dirty="0"/>
              <a:t>Aplicativo Mobile + Site – Fisioterapia RPG </a:t>
            </a:r>
            <a:endParaRPr lang="en-US" sz="11434" b="1" spc="433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</a:t>
            </a: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B05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95870" y="31719841"/>
            <a:ext cx="12562767" cy="777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Para o desenvolvimento do aplicativo mobile da Clínica de RPG Maya, foram utilizadas as seguintes tecnologias: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desenvolvimento do aplicativo mobile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Studio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ambiente de desenvolvimento e testes</a:t>
            </a:r>
          </a:p>
          <a:p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criação do design e prototipação das telas</a:t>
            </a:r>
          </a:p>
          <a:p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banco de dados para armazenar agendamentos e pacientes</a:t>
            </a:r>
          </a:p>
          <a:p>
            <a:endParaRPr lang="pt-BR" sz="3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pt-BR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e gerenciamento das requisições do app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595870" y="10992567"/>
            <a:ext cx="12562767" cy="6669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 Clínica de RPG Maya tem dificuldades para organizar seus agendamentos de forma manual, o que causa conflitos de horários e perda de informações dos pacientes.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Sem um sistema digital, o controle dos atendimentos fica desorganizado e sujeito a erros, prejudicando tanto a clínica quanto os pacientes.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Por isso, surgiu a ideia de criar um aplicativo de celular para a Clínica Maya, onde os pacientes possam agendar suas sessões de forma fácil e rápida, a qualquer hora e lugar.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6" y="21125709"/>
            <a:ext cx="12562767" cy="833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 proposta consiste no desenvolvimento de um aplicativo mobile para a Clínica de RPG Maya, criado no Android Studio, com o objetivo de facilitar o agendamento de sessões de forma simples e acessível pelo celular.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projeto será gerenciado com metodologias ágeis, utilizando o </a:t>
            </a:r>
            <a:r>
              <a:rPr lang="pt-B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Kanban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para organizar as tarefas e o 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para controle de versão do código, garantindo um desenvolvimento organizado e eficiente.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aplicativo permitirá que os pacientes agendem, consultem e cancelem sessões diretamente pelo celular, atendendo às necessidades reais da clínica e melhorando a experiência dos pacientes.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Escola de Comércio Álvares Penteado - FECAP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617816" y="10880630"/>
            <a:ext cx="11904157" cy="1155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ea typeface="Open Sans 2"/>
                <a:cs typeface="Arial" panose="020B0604020202020204" pitchFamily="34" charset="0"/>
                <a:sym typeface="Open Sans 2"/>
              </a:rPr>
              <a:t>1 - </a:t>
            </a:r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 de Login funcional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sistema de autenticação foi implementado com sucesso, permitindo que paciente acessem o aplicativo com segurança, com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integrado e validação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  <a:p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endParaRPr lang="en-US" sz="3430" dirty="0">
              <a:solidFill>
                <a:srgbClr val="00B050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Hospedagem do </a:t>
            </a:r>
            <a:r>
              <a:rPr lang="pt-BR" sz="36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endParaRPr lang="pt-BR" sz="36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foi hospedado na nuvem com </a:t>
            </a:r>
            <a:r>
              <a:rPr lang="pt-BR" sz="3600" dirty="0" err="1"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garantindo disponibilidade contínua do serviço e comunicação estável entre o app e o servidor.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Telas funcionando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As principais telas do aplicativo foram desenvolvidas e estão operacionais, incluindo: login, agendamento de sessões, consulta de horários e cancelamento, atendendo aos requisitos levantados inicialmente.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pic>
        <p:nvPicPr>
          <p:cNvPr id="65" name="Imagem 64" descr="Tool ">
            <a:extLst>
              <a:ext uri="{FF2B5EF4-FFF2-40B4-BE49-F238E27FC236}">
                <a16:creationId xmlns:a16="http://schemas.microsoft.com/office/drawing/2014/main" id="{ED9371F5-A723-1420-464C-4E45318E5D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3434" y="21951613"/>
            <a:ext cx="228605" cy="228605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53075F06-12D6-19F1-18B3-164BD10912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65" y="30391891"/>
            <a:ext cx="1621014" cy="1621014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9246EECA-07D9-B139-80A6-1D475AF333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197" y="37139182"/>
            <a:ext cx="1987323" cy="1987323"/>
          </a:xfrm>
          <a:prstGeom prst="rect">
            <a:avLst/>
          </a:prstGeom>
        </p:spPr>
      </p:pic>
      <p:pic>
        <p:nvPicPr>
          <p:cNvPr id="71" name="Imagem 70">
            <a:extLst>
              <a:ext uri="{FF2B5EF4-FFF2-40B4-BE49-F238E27FC236}">
                <a16:creationId xmlns:a16="http://schemas.microsoft.com/office/drawing/2014/main" id="{2EC89B51-6691-83EC-B40F-C2486B41965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876" y="35120246"/>
            <a:ext cx="1621015" cy="1621015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05213874-D863-F657-5271-EE01E66DBE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551" y="26647180"/>
            <a:ext cx="6259003" cy="11995177"/>
          </a:xfrm>
          <a:prstGeom prst="rect">
            <a:avLst/>
          </a:prstGeom>
        </p:spPr>
      </p:pic>
      <p:pic>
        <p:nvPicPr>
          <p:cNvPr id="75" name="Imagem 74">
            <a:extLst>
              <a:ext uri="{FF2B5EF4-FFF2-40B4-BE49-F238E27FC236}">
                <a16:creationId xmlns:a16="http://schemas.microsoft.com/office/drawing/2014/main" id="{F6C1497C-F13B-5FFB-C414-4EFE09D21A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7238" y="26702863"/>
            <a:ext cx="6259003" cy="11883249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02EF2DA0-76C3-9103-8792-488F708B6AF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4627" y="30424255"/>
            <a:ext cx="1918700" cy="1918700"/>
          </a:xfrm>
          <a:prstGeom prst="rect">
            <a:avLst/>
          </a:prstGeom>
        </p:spPr>
      </p:pic>
      <p:sp>
        <p:nvSpPr>
          <p:cNvPr id="59" name="Seta: para a Direita 58">
            <a:extLst>
              <a:ext uri="{FF2B5EF4-FFF2-40B4-BE49-F238E27FC236}">
                <a16:creationId xmlns:a16="http://schemas.microsoft.com/office/drawing/2014/main" id="{1A77306B-0A19-05F2-79AF-14DCCB81071E}"/>
              </a:ext>
            </a:extLst>
          </p:cNvPr>
          <p:cNvSpPr/>
          <p:nvPr/>
        </p:nvSpPr>
        <p:spPr>
          <a:xfrm>
            <a:off x="3878173" y="985809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0" name="Seta: para a Direita 59">
            <a:extLst>
              <a:ext uri="{FF2B5EF4-FFF2-40B4-BE49-F238E27FC236}">
                <a16:creationId xmlns:a16="http://schemas.microsoft.com/office/drawing/2014/main" id="{BA69A712-5914-6AED-2FB9-11D6A422C4E4}"/>
              </a:ext>
            </a:extLst>
          </p:cNvPr>
          <p:cNvSpPr/>
          <p:nvPr/>
        </p:nvSpPr>
        <p:spPr>
          <a:xfrm>
            <a:off x="17972770" y="983359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1" name="Seta: para a Direita 60">
            <a:extLst>
              <a:ext uri="{FF2B5EF4-FFF2-40B4-BE49-F238E27FC236}">
                <a16:creationId xmlns:a16="http://schemas.microsoft.com/office/drawing/2014/main" id="{F8EBC8BC-F9C6-C294-EDDC-86FC718A0388}"/>
              </a:ext>
            </a:extLst>
          </p:cNvPr>
          <p:cNvSpPr/>
          <p:nvPr/>
        </p:nvSpPr>
        <p:spPr>
          <a:xfrm>
            <a:off x="4367377" y="203153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62" name="Seta: para a Direita 61">
            <a:extLst>
              <a:ext uri="{FF2B5EF4-FFF2-40B4-BE49-F238E27FC236}">
                <a16:creationId xmlns:a16="http://schemas.microsoft.com/office/drawing/2014/main" id="{76E46551-30A2-F116-27DD-5E247FE20B03}"/>
              </a:ext>
            </a:extLst>
          </p:cNvPr>
          <p:cNvSpPr/>
          <p:nvPr/>
        </p:nvSpPr>
        <p:spPr>
          <a:xfrm>
            <a:off x="2260974" y="3087059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375</Words>
  <Application>Microsoft Office PowerPoint</Application>
  <PresentationFormat>Personalizar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Aptos</vt:lpstr>
      <vt:lpstr>Open Sans 1 Bold</vt:lpstr>
      <vt:lpstr>Open Sans 1</vt:lpstr>
      <vt:lpstr>Calibri</vt:lpstr>
      <vt:lpstr>Open Sans 2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ASUS</dc:creator>
  <cp:lastModifiedBy>Matheus Canelutti Lacerda de Lima - 26029073</cp:lastModifiedBy>
  <cp:revision>7</cp:revision>
  <dcterms:created xsi:type="dcterms:W3CDTF">2006-08-16T00:00:00Z</dcterms:created>
  <dcterms:modified xsi:type="dcterms:W3CDTF">2026-05-04T02:46:10Z</dcterms:modified>
  <dc:identifier>DAHA7VomhzE</dc:identifier>
</cp:coreProperties>
</file>